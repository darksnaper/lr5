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9.jpg" ContentType="image/pn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1"/>
  </p:notesMasterIdLst>
  <p:sldIdLst>
    <p:sldId id="297" r:id="rId2"/>
    <p:sldId id="256" r:id="rId3"/>
    <p:sldId id="298" r:id="rId4"/>
    <p:sldId id="302" r:id="rId5"/>
    <p:sldId id="303" r:id="rId6"/>
    <p:sldId id="304" r:id="rId7"/>
    <p:sldId id="305" r:id="rId8"/>
    <p:sldId id="306" r:id="rId9"/>
    <p:sldId id="257" r:id="rId10"/>
    <p:sldId id="258" r:id="rId11"/>
    <p:sldId id="259" r:id="rId12"/>
    <p:sldId id="299" r:id="rId13"/>
    <p:sldId id="260" r:id="rId14"/>
    <p:sldId id="261" r:id="rId15"/>
    <p:sldId id="300" r:id="rId16"/>
    <p:sldId id="262" r:id="rId17"/>
    <p:sldId id="301" r:id="rId18"/>
    <p:sldId id="263" r:id="rId19"/>
    <p:sldId id="277" r:id="rId20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Maven Pro" pitchFamily="2" charset="77"/>
      <p:regular r:id="rId27"/>
      <p:bold r:id="rId28"/>
    </p:embeddedFont>
    <p:embeddedFont>
      <p:font typeface="Roboto Condensed Light" panose="020F0302020204030204" pitchFamily="34" charset="0"/>
      <p:regular r:id="rId29"/>
      <p:italic r:id="rId30"/>
    </p:embeddedFont>
    <p:embeddedFont>
      <p:font typeface="Trispace" pitchFamily="2" charset="7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1F9F"/>
    <a:srgbClr val="94A6F3"/>
    <a:srgbClr val="6200F7"/>
    <a:srgbClr val="3E009B"/>
    <a:srgbClr val="2002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3267A0-B24C-4134-8A28-E5A6A1055400}">
  <a:tblStyle styleId="{1D3267A0-B24C-4134-8A28-E5A6A10554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6F937C9-7EAF-4A84-977C-C274EAE8156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716"/>
  </p:normalViewPr>
  <p:slideViewPr>
    <p:cSldViewPr snapToGrid="0">
      <p:cViewPr varScale="1">
        <p:scale>
          <a:sx n="138" d="100"/>
          <a:sy n="138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27c793fce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27c793fce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3e6b3ce6a0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3e6b3ce6a0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f8f549bcb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f8f549bcb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847382" y="2075875"/>
            <a:ext cx="5842699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638834" y="-220904"/>
            <a:ext cx="2625339" cy="1785511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18" name="Google Shape;18;p3"/>
            <p:cNvSpPr/>
            <p:nvPr/>
          </p:nvSpPr>
          <p:spPr>
            <a:xfrm>
              <a:off x="8132548" y="810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737186" y="7529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542636" y="13924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048505" y="6820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7"/>
          <p:cNvSpPr txBox="1">
            <a:spLocks noGrp="1"/>
          </p:cNvSpPr>
          <p:nvPr>
            <p:ph type="body" idx="1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2" hasCustomPrompt="1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3" hasCustomPrompt="1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4" hasCustomPrompt="1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5" hasCustomPrompt="1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1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6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7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8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4_1_1_2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 rot="1292342" flipH="1">
            <a:off x="-3321456" y="1927346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4"/>
          <p:cNvSpPr/>
          <p:nvPr/>
        </p:nvSpPr>
        <p:spPr>
          <a:xfrm rot="4535783">
            <a:off x="6914450" y="2837966"/>
            <a:ext cx="3524110" cy="2396771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149;p14"/>
          <p:cNvGrpSpPr/>
          <p:nvPr/>
        </p:nvGrpSpPr>
        <p:grpSpPr>
          <a:xfrm rot="10800000">
            <a:off x="8514859" y="2937143"/>
            <a:ext cx="511267" cy="2017916"/>
            <a:chOff x="8552930" y="2910118"/>
            <a:chExt cx="511267" cy="2017916"/>
          </a:xfrm>
        </p:grpSpPr>
        <p:sp>
          <p:nvSpPr>
            <p:cNvPr id="150" name="Google Shape;150;p14"/>
            <p:cNvSpPr/>
            <p:nvPr/>
          </p:nvSpPr>
          <p:spPr>
            <a:xfrm>
              <a:off x="8737186" y="3350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8601061" y="46009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 rot="7347507">
            <a:off x="134581" y="3888252"/>
            <a:ext cx="912282" cy="1615081"/>
            <a:chOff x="133086" y="3408328"/>
            <a:chExt cx="912262" cy="1615044"/>
          </a:xfrm>
        </p:grpSpPr>
        <p:sp>
          <p:nvSpPr>
            <p:cNvPr id="154" name="Google Shape;154;p14"/>
            <p:cNvSpPr/>
            <p:nvPr/>
          </p:nvSpPr>
          <p:spPr>
            <a:xfrm>
              <a:off x="265110" y="340832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85324" y="4098816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1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3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5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subTitle" idx="2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subTitle" idx="3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subTitle" idx="4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subTitle" idx="5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subTitle" idx="6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6"/>
          <p:cNvSpPr txBox="1">
            <a:spLocks noGrp="1"/>
          </p:cNvSpPr>
          <p:nvPr>
            <p:ph type="subTitle" idx="1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subTitle" idx="2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subTitle" idx="3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subTitle" idx="4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subTitle" idx="5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subTitle" idx="6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subTitle" idx="7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ubTitle" idx="8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8" r:id="rId14"/>
    <p:sldLayoutId id="2147483669" r:id="rId15"/>
    <p:sldLayoutId id="2147483670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B88A60B-3630-B306-B54E-13B4C7569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96" y="304503"/>
            <a:ext cx="5066871" cy="966752"/>
          </a:xfrm>
          <a:prstGeom prst="rect">
            <a:avLst/>
          </a:prstGeom>
          <a:noFill/>
        </p:spPr>
      </p:pic>
      <p:sp>
        <p:nvSpPr>
          <p:cNvPr id="5" name="Google Shape;398;p32">
            <a:extLst>
              <a:ext uri="{FF2B5EF4-FFF2-40B4-BE49-F238E27FC236}">
                <a16:creationId xmlns:a16="http://schemas.microsoft.com/office/drawing/2014/main" id="{76ACDAB3-8D1C-FA6A-27D5-006BB52627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4961" y="1752601"/>
            <a:ext cx="5813668" cy="19865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/>
              <a:t>Двухкаскадный усилитель звукового сигнала</a:t>
            </a:r>
            <a:endParaRPr sz="4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9B73A-F781-15F5-1CD0-7AC8C3FED017}"/>
              </a:ext>
            </a:extLst>
          </p:cNvPr>
          <p:cNvSpPr txBox="1"/>
          <p:nvPr/>
        </p:nvSpPr>
        <p:spPr>
          <a:xfrm>
            <a:off x="5606142" y="4020454"/>
            <a:ext cx="2980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Cambria" panose="02040503050406030204" pitchFamily="18" charset="0"/>
              </a:rPr>
              <a:t>«Сквозь Вольты и Омы»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06EE9-E996-2B5E-B0B4-5E8596FE0729}"/>
              </a:ext>
            </a:extLst>
          </p:cNvPr>
          <p:cNvSpPr txBox="1"/>
          <p:nvPr/>
        </p:nvSpPr>
        <p:spPr>
          <a:xfrm>
            <a:off x="5606142" y="3730285"/>
            <a:ext cx="122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Cambria" panose="02040503050406030204" pitchFamily="18" charset="0"/>
              </a:rPr>
              <a:t>Команда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513554-1ED6-FBA7-F7FA-CCF08562EE21}"/>
              </a:ext>
            </a:extLst>
          </p:cNvPr>
          <p:cNvSpPr txBox="1"/>
          <p:nvPr/>
        </p:nvSpPr>
        <p:spPr>
          <a:xfrm>
            <a:off x="5434445" y="406284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807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2">
            <a:extLst>
              <a:ext uri="{FF2B5EF4-FFF2-40B4-BE49-F238E27FC236}">
                <a16:creationId xmlns:a16="http://schemas.microsoft.com/office/drawing/2014/main" id="{A1C7B756-3A84-8EC4-82C7-E8EBE61D52D0}"/>
              </a:ext>
            </a:extLst>
          </p:cNvPr>
          <p:cNvGrpSpPr/>
          <p:nvPr/>
        </p:nvGrpSpPr>
        <p:grpSpPr>
          <a:xfrm>
            <a:off x="547848" y="2219083"/>
            <a:ext cx="1741642" cy="1750244"/>
            <a:chOff x="2101278" y="3089401"/>
            <a:chExt cx="4093718" cy="4070096"/>
          </a:xfrm>
        </p:grpSpPr>
        <p:pic>
          <p:nvPicPr>
            <p:cNvPr id="14" name="object 3">
              <a:extLst>
                <a:ext uri="{FF2B5EF4-FFF2-40B4-BE49-F238E27FC236}">
                  <a16:creationId xmlns:a16="http://schemas.microsoft.com/office/drawing/2014/main" id="{8B596A33-0CF5-3359-E6BA-00CDEB0378B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1278" y="3089401"/>
              <a:ext cx="4093718" cy="4070096"/>
            </a:xfrm>
            <a:prstGeom prst="rect">
              <a:avLst/>
            </a:prstGeom>
          </p:spPr>
        </p:pic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9AA3575B-EB9C-9967-018D-BE0365AD6235}"/>
                </a:ext>
              </a:extLst>
            </p:cNvPr>
            <p:cNvSpPr/>
            <p:nvPr/>
          </p:nvSpPr>
          <p:spPr>
            <a:xfrm>
              <a:off x="2156128" y="3146424"/>
              <a:ext cx="3984625" cy="3956050"/>
            </a:xfrm>
            <a:custGeom>
              <a:avLst/>
              <a:gdLst/>
              <a:ahLst/>
              <a:cxnLst/>
              <a:rect l="l" t="t" r="r" b="b"/>
              <a:pathLst>
                <a:path w="3984625" h="3956050">
                  <a:moveTo>
                    <a:pt x="1992072" y="0"/>
                  </a:moveTo>
                  <a:lnTo>
                    <a:pt x="1942578" y="392"/>
                  </a:lnTo>
                  <a:lnTo>
                    <a:pt x="1893272" y="2005"/>
                  </a:lnTo>
                  <a:lnTo>
                    <a:pt x="1844175" y="4828"/>
                  </a:lnTo>
                  <a:lnTo>
                    <a:pt x="1795305" y="8850"/>
                  </a:lnTo>
                  <a:lnTo>
                    <a:pt x="1746681" y="14060"/>
                  </a:lnTo>
                  <a:lnTo>
                    <a:pt x="1698322" y="20448"/>
                  </a:lnTo>
                  <a:lnTo>
                    <a:pt x="1650246" y="28003"/>
                  </a:lnTo>
                  <a:lnTo>
                    <a:pt x="1602472" y="36715"/>
                  </a:lnTo>
                  <a:lnTo>
                    <a:pt x="1555020" y="46571"/>
                  </a:lnTo>
                  <a:lnTo>
                    <a:pt x="1507907" y="57562"/>
                  </a:lnTo>
                  <a:lnTo>
                    <a:pt x="1461153" y="69677"/>
                  </a:lnTo>
                  <a:lnTo>
                    <a:pt x="1414777" y="82905"/>
                  </a:lnTo>
                  <a:lnTo>
                    <a:pt x="1368797" y="97236"/>
                  </a:lnTo>
                  <a:lnTo>
                    <a:pt x="1323232" y="112658"/>
                  </a:lnTo>
                  <a:lnTo>
                    <a:pt x="1278102" y="129160"/>
                  </a:lnTo>
                  <a:lnTo>
                    <a:pt x="1233424" y="146733"/>
                  </a:lnTo>
                  <a:lnTo>
                    <a:pt x="1189218" y="165366"/>
                  </a:lnTo>
                  <a:lnTo>
                    <a:pt x="1145502" y="185047"/>
                  </a:lnTo>
                  <a:lnTo>
                    <a:pt x="1102295" y="205765"/>
                  </a:lnTo>
                  <a:lnTo>
                    <a:pt x="1059617" y="227511"/>
                  </a:lnTo>
                  <a:lnTo>
                    <a:pt x="1017485" y="250273"/>
                  </a:lnTo>
                  <a:lnTo>
                    <a:pt x="975919" y="274041"/>
                  </a:lnTo>
                  <a:lnTo>
                    <a:pt x="934938" y="298804"/>
                  </a:lnTo>
                  <a:lnTo>
                    <a:pt x="894560" y="324550"/>
                  </a:lnTo>
                  <a:lnTo>
                    <a:pt x="854804" y="351270"/>
                  </a:lnTo>
                  <a:lnTo>
                    <a:pt x="815689" y="378953"/>
                  </a:lnTo>
                  <a:lnTo>
                    <a:pt x="777234" y="407587"/>
                  </a:lnTo>
                  <a:lnTo>
                    <a:pt x="739457" y="437163"/>
                  </a:lnTo>
                  <a:lnTo>
                    <a:pt x="702378" y="467668"/>
                  </a:lnTo>
                  <a:lnTo>
                    <a:pt x="666015" y="499094"/>
                  </a:lnTo>
                  <a:lnTo>
                    <a:pt x="630387" y="531428"/>
                  </a:lnTo>
                  <a:lnTo>
                    <a:pt x="595513" y="564660"/>
                  </a:lnTo>
                  <a:lnTo>
                    <a:pt x="561412" y="598779"/>
                  </a:lnTo>
                  <a:lnTo>
                    <a:pt x="528102" y="633775"/>
                  </a:lnTo>
                  <a:lnTo>
                    <a:pt x="495602" y="669637"/>
                  </a:lnTo>
                  <a:lnTo>
                    <a:pt x="463931" y="706354"/>
                  </a:lnTo>
                  <a:lnTo>
                    <a:pt x="433108" y="743915"/>
                  </a:lnTo>
                  <a:lnTo>
                    <a:pt x="403152" y="782309"/>
                  </a:lnTo>
                  <a:lnTo>
                    <a:pt x="374082" y="821527"/>
                  </a:lnTo>
                  <a:lnTo>
                    <a:pt x="345916" y="861556"/>
                  </a:lnTo>
                  <a:lnTo>
                    <a:pt x="318673" y="902386"/>
                  </a:lnTo>
                  <a:lnTo>
                    <a:pt x="292372" y="944008"/>
                  </a:lnTo>
                  <a:lnTo>
                    <a:pt x="267031" y="986409"/>
                  </a:lnTo>
                  <a:lnTo>
                    <a:pt x="242756" y="1029425"/>
                  </a:lnTo>
                  <a:lnTo>
                    <a:pt x="219636" y="1072885"/>
                  </a:lnTo>
                  <a:lnTo>
                    <a:pt x="197672" y="1116766"/>
                  </a:lnTo>
                  <a:lnTo>
                    <a:pt x="176865" y="1161049"/>
                  </a:lnTo>
                  <a:lnTo>
                    <a:pt x="157213" y="1205710"/>
                  </a:lnTo>
                  <a:lnTo>
                    <a:pt x="138717" y="1250728"/>
                  </a:lnTo>
                  <a:lnTo>
                    <a:pt x="121378" y="1296081"/>
                  </a:lnTo>
                  <a:lnTo>
                    <a:pt x="105194" y="1341748"/>
                  </a:lnTo>
                  <a:lnTo>
                    <a:pt x="90166" y="1387708"/>
                  </a:lnTo>
                  <a:lnTo>
                    <a:pt x="76294" y="1433937"/>
                  </a:lnTo>
                  <a:lnTo>
                    <a:pt x="63578" y="1480416"/>
                  </a:lnTo>
                  <a:lnTo>
                    <a:pt x="52019" y="1527122"/>
                  </a:lnTo>
                  <a:lnTo>
                    <a:pt x="41615" y="1574034"/>
                  </a:lnTo>
                  <a:lnTo>
                    <a:pt x="32367" y="1621129"/>
                  </a:lnTo>
                  <a:lnTo>
                    <a:pt x="24275" y="1668387"/>
                  </a:lnTo>
                  <a:lnTo>
                    <a:pt x="17339" y="1715786"/>
                  </a:lnTo>
                  <a:lnTo>
                    <a:pt x="11559" y="1763303"/>
                  </a:lnTo>
                  <a:lnTo>
                    <a:pt x="6935" y="1810918"/>
                  </a:lnTo>
                  <a:lnTo>
                    <a:pt x="3467" y="1858609"/>
                  </a:lnTo>
                  <a:lnTo>
                    <a:pt x="1155" y="1906353"/>
                  </a:lnTo>
                  <a:lnTo>
                    <a:pt x="0" y="1954130"/>
                  </a:lnTo>
                  <a:lnTo>
                    <a:pt x="0" y="2001919"/>
                  </a:lnTo>
                  <a:lnTo>
                    <a:pt x="1155" y="2049696"/>
                  </a:lnTo>
                  <a:lnTo>
                    <a:pt x="3467" y="2097440"/>
                  </a:lnTo>
                  <a:lnTo>
                    <a:pt x="6935" y="2145131"/>
                  </a:lnTo>
                  <a:lnTo>
                    <a:pt x="11559" y="2192746"/>
                  </a:lnTo>
                  <a:lnTo>
                    <a:pt x="17339" y="2240263"/>
                  </a:lnTo>
                  <a:lnTo>
                    <a:pt x="24275" y="2287662"/>
                  </a:lnTo>
                  <a:lnTo>
                    <a:pt x="32367" y="2334920"/>
                  </a:lnTo>
                  <a:lnTo>
                    <a:pt x="41615" y="2382015"/>
                  </a:lnTo>
                  <a:lnTo>
                    <a:pt x="52019" y="2428927"/>
                  </a:lnTo>
                  <a:lnTo>
                    <a:pt x="63578" y="2475633"/>
                  </a:lnTo>
                  <a:lnTo>
                    <a:pt x="76294" y="2522112"/>
                  </a:lnTo>
                  <a:lnTo>
                    <a:pt x="90166" y="2568341"/>
                  </a:lnTo>
                  <a:lnTo>
                    <a:pt x="105194" y="2614301"/>
                  </a:lnTo>
                  <a:lnTo>
                    <a:pt x="121378" y="2659968"/>
                  </a:lnTo>
                  <a:lnTo>
                    <a:pt x="138717" y="2705321"/>
                  </a:lnTo>
                  <a:lnTo>
                    <a:pt x="157213" y="2750339"/>
                  </a:lnTo>
                  <a:lnTo>
                    <a:pt x="176865" y="2795000"/>
                  </a:lnTo>
                  <a:lnTo>
                    <a:pt x="197672" y="2839283"/>
                  </a:lnTo>
                  <a:lnTo>
                    <a:pt x="219636" y="2883164"/>
                  </a:lnTo>
                  <a:lnTo>
                    <a:pt x="242756" y="2926624"/>
                  </a:lnTo>
                  <a:lnTo>
                    <a:pt x="267031" y="2969641"/>
                  </a:lnTo>
                  <a:lnTo>
                    <a:pt x="292372" y="3012041"/>
                  </a:lnTo>
                  <a:lnTo>
                    <a:pt x="318673" y="3053663"/>
                  </a:lnTo>
                  <a:lnTo>
                    <a:pt x="345916" y="3094493"/>
                  </a:lnTo>
                  <a:lnTo>
                    <a:pt x="374082" y="3134522"/>
                  </a:lnTo>
                  <a:lnTo>
                    <a:pt x="403152" y="3173740"/>
                  </a:lnTo>
                  <a:lnTo>
                    <a:pt x="433108" y="3212134"/>
                  </a:lnTo>
                  <a:lnTo>
                    <a:pt x="463931" y="3249695"/>
                  </a:lnTo>
                  <a:lnTo>
                    <a:pt x="495602" y="3286412"/>
                  </a:lnTo>
                  <a:lnTo>
                    <a:pt x="528102" y="3322274"/>
                  </a:lnTo>
                  <a:lnTo>
                    <a:pt x="561412" y="3357270"/>
                  </a:lnTo>
                  <a:lnTo>
                    <a:pt x="595513" y="3391389"/>
                  </a:lnTo>
                  <a:lnTo>
                    <a:pt x="630387" y="3424621"/>
                  </a:lnTo>
                  <a:lnTo>
                    <a:pt x="666015" y="3456955"/>
                  </a:lnTo>
                  <a:lnTo>
                    <a:pt x="702378" y="3488381"/>
                  </a:lnTo>
                  <a:lnTo>
                    <a:pt x="739457" y="3518886"/>
                  </a:lnTo>
                  <a:lnTo>
                    <a:pt x="777234" y="3548462"/>
                  </a:lnTo>
                  <a:lnTo>
                    <a:pt x="815689" y="3577096"/>
                  </a:lnTo>
                  <a:lnTo>
                    <a:pt x="854804" y="3604779"/>
                  </a:lnTo>
                  <a:lnTo>
                    <a:pt x="894560" y="3631499"/>
                  </a:lnTo>
                  <a:lnTo>
                    <a:pt x="934938" y="3657245"/>
                  </a:lnTo>
                  <a:lnTo>
                    <a:pt x="975919" y="3682008"/>
                  </a:lnTo>
                  <a:lnTo>
                    <a:pt x="1017485" y="3705776"/>
                  </a:lnTo>
                  <a:lnTo>
                    <a:pt x="1059617" y="3728538"/>
                  </a:lnTo>
                  <a:lnTo>
                    <a:pt x="1102295" y="3750284"/>
                  </a:lnTo>
                  <a:lnTo>
                    <a:pt x="1145502" y="3771002"/>
                  </a:lnTo>
                  <a:lnTo>
                    <a:pt x="1189218" y="3790683"/>
                  </a:lnTo>
                  <a:lnTo>
                    <a:pt x="1233424" y="3809316"/>
                  </a:lnTo>
                  <a:lnTo>
                    <a:pt x="1278102" y="3826889"/>
                  </a:lnTo>
                  <a:lnTo>
                    <a:pt x="1323232" y="3843391"/>
                  </a:lnTo>
                  <a:lnTo>
                    <a:pt x="1368797" y="3858813"/>
                  </a:lnTo>
                  <a:lnTo>
                    <a:pt x="1414777" y="3873144"/>
                  </a:lnTo>
                  <a:lnTo>
                    <a:pt x="1461153" y="3886372"/>
                  </a:lnTo>
                  <a:lnTo>
                    <a:pt x="1507907" y="3898487"/>
                  </a:lnTo>
                  <a:lnTo>
                    <a:pt x="1555020" y="3909478"/>
                  </a:lnTo>
                  <a:lnTo>
                    <a:pt x="1602472" y="3919334"/>
                  </a:lnTo>
                  <a:lnTo>
                    <a:pt x="1650246" y="3928046"/>
                  </a:lnTo>
                  <a:lnTo>
                    <a:pt x="1698322" y="3935601"/>
                  </a:lnTo>
                  <a:lnTo>
                    <a:pt x="1746681" y="3941989"/>
                  </a:lnTo>
                  <a:lnTo>
                    <a:pt x="1795305" y="3947199"/>
                  </a:lnTo>
                  <a:lnTo>
                    <a:pt x="1844175" y="3951221"/>
                  </a:lnTo>
                  <a:lnTo>
                    <a:pt x="1893272" y="3954044"/>
                  </a:lnTo>
                  <a:lnTo>
                    <a:pt x="1942578" y="3955657"/>
                  </a:lnTo>
                  <a:lnTo>
                    <a:pt x="1992072" y="3956050"/>
                  </a:lnTo>
                  <a:lnTo>
                    <a:pt x="2041558" y="3955657"/>
                  </a:lnTo>
                  <a:lnTo>
                    <a:pt x="2090855" y="3954044"/>
                  </a:lnTo>
                  <a:lnTo>
                    <a:pt x="2139945" y="3951221"/>
                  </a:lnTo>
                  <a:lnTo>
                    <a:pt x="2188807" y="3947199"/>
                  </a:lnTo>
                  <a:lnTo>
                    <a:pt x="2237424" y="3941989"/>
                  </a:lnTo>
                  <a:lnTo>
                    <a:pt x="2285777" y="3935601"/>
                  </a:lnTo>
                  <a:lnTo>
                    <a:pt x="2333846" y="3928046"/>
                  </a:lnTo>
                  <a:lnTo>
                    <a:pt x="2381614" y="3919334"/>
                  </a:lnTo>
                  <a:lnTo>
                    <a:pt x="2429061" y="3909478"/>
                  </a:lnTo>
                  <a:lnTo>
                    <a:pt x="2476168" y="3898487"/>
                  </a:lnTo>
                  <a:lnTo>
                    <a:pt x="2522917" y="3886372"/>
                  </a:lnTo>
                  <a:lnTo>
                    <a:pt x="2569288" y="3873144"/>
                  </a:lnTo>
                  <a:lnTo>
                    <a:pt x="2615264" y="3858813"/>
                  </a:lnTo>
                  <a:lnTo>
                    <a:pt x="2660824" y="3843391"/>
                  </a:lnTo>
                  <a:lnTo>
                    <a:pt x="2705951" y="3826889"/>
                  </a:lnTo>
                  <a:lnTo>
                    <a:pt x="2750625" y="3809316"/>
                  </a:lnTo>
                  <a:lnTo>
                    <a:pt x="2794828" y="3790683"/>
                  </a:lnTo>
                  <a:lnTo>
                    <a:pt x="2838541" y="3771002"/>
                  </a:lnTo>
                  <a:lnTo>
                    <a:pt x="2881744" y="3750284"/>
                  </a:lnTo>
                  <a:lnTo>
                    <a:pt x="2924420" y="3728538"/>
                  </a:lnTo>
                  <a:lnTo>
                    <a:pt x="2966549" y="3705776"/>
                  </a:lnTo>
                  <a:lnTo>
                    <a:pt x="3008113" y="3682008"/>
                  </a:lnTo>
                  <a:lnTo>
                    <a:pt x="3049092" y="3657245"/>
                  </a:lnTo>
                  <a:lnTo>
                    <a:pt x="3089469" y="3631499"/>
                  </a:lnTo>
                  <a:lnTo>
                    <a:pt x="3129223" y="3604779"/>
                  </a:lnTo>
                  <a:lnTo>
                    <a:pt x="3168336" y="3577096"/>
                  </a:lnTo>
                  <a:lnTo>
                    <a:pt x="3206790" y="3548462"/>
                  </a:lnTo>
                  <a:lnTo>
                    <a:pt x="3244566" y="3518886"/>
                  </a:lnTo>
                  <a:lnTo>
                    <a:pt x="3281644" y="3488381"/>
                  </a:lnTo>
                  <a:lnTo>
                    <a:pt x="3318006" y="3456955"/>
                  </a:lnTo>
                  <a:lnTo>
                    <a:pt x="3353633" y="3424621"/>
                  </a:lnTo>
                  <a:lnTo>
                    <a:pt x="3388507" y="3391389"/>
                  </a:lnTo>
                  <a:lnTo>
                    <a:pt x="3422608" y="3357270"/>
                  </a:lnTo>
                  <a:lnTo>
                    <a:pt x="3455917" y="3322274"/>
                  </a:lnTo>
                  <a:lnTo>
                    <a:pt x="3488417" y="3286412"/>
                  </a:lnTo>
                  <a:lnTo>
                    <a:pt x="3520087" y="3249695"/>
                  </a:lnTo>
                  <a:lnTo>
                    <a:pt x="3550910" y="3212134"/>
                  </a:lnTo>
                  <a:lnTo>
                    <a:pt x="3580865" y="3173740"/>
                  </a:lnTo>
                  <a:lnTo>
                    <a:pt x="3609936" y="3134522"/>
                  </a:lnTo>
                  <a:lnTo>
                    <a:pt x="3638102" y="3094493"/>
                  </a:lnTo>
                  <a:lnTo>
                    <a:pt x="3665345" y="3053663"/>
                  </a:lnTo>
                  <a:lnTo>
                    <a:pt x="3691646" y="3012041"/>
                  </a:lnTo>
                  <a:lnTo>
                    <a:pt x="3716986" y="2969641"/>
                  </a:lnTo>
                  <a:lnTo>
                    <a:pt x="3741262" y="2926624"/>
                  </a:lnTo>
                  <a:lnTo>
                    <a:pt x="3764381" y="2883164"/>
                  </a:lnTo>
                  <a:lnTo>
                    <a:pt x="3786345" y="2839283"/>
                  </a:lnTo>
                  <a:lnTo>
                    <a:pt x="3807153" y="2795000"/>
                  </a:lnTo>
                  <a:lnTo>
                    <a:pt x="3826805" y="2750339"/>
                  </a:lnTo>
                  <a:lnTo>
                    <a:pt x="3845300" y="2705321"/>
                  </a:lnTo>
                  <a:lnTo>
                    <a:pt x="3862640" y="2659968"/>
                  </a:lnTo>
                  <a:lnTo>
                    <a:pt x="3878824" y="2614301"/>
                  </a:lnTo>
                  <a:lnTo>
                    <a:pt x="3893851" y="2568341"/>
                  </a:lnTo>
                  <a:lnTo>
                    <a:pt x="3907723" y="2522112"/>
                  </a:lnTo>
                  <a:lnTo>
                    <a:pt x="3920439" y="2475633"/>
                  </a:lnTo>
                  <a:lnTo>
                    <a:pt x="3931999" y="2428927"/>
                  </a:lnTo>
                  <a:lnTo>
                    <a:pt x="3942403" y="2382015"/>
                  </a:lnTo>
                  <a:lnTo>
                    <a:pt x="3951651" y="2334920"/>
                  </a:lnTo>
                  <a:lnTo>
                    <a:pt x="3959742" y="2287662"/>
                  </a:lnTo>
                  <a:lnTo>
                    <a:pt x="3966678" y="2240263"/>
                  </a:lnTo>
                  <a:lnTo>
                    <a:pt x="3972458" y="2192746"/>
                  </a:lnTo>
                  <a:lnTo>
                    <a:pt x="3977082" y="2145131"/>
                  </a:lnTo>
                  <a:lnTo>
                    <a:pt x="3980550" y="2097440"/>
                  </a:lnTo>
                  <a:lnTo>
                    <a:pt x="3982862" y="2049696"/>
                  </a:lnTo>
                  <a:lnTo>
                    <a:pt x="3984018" y="2001919"/>
                  </a:lnTo>
                  <a:lnTo>
                    <a:pt x="3984018" y="1954130"/>
                  </a:lnTo>
                  <a:lnTo>
                    <a:pt x="3982862" y="1906353"/>
                  </a:lnTo>
                  <a:lnTo>
                    <a:pt x="3980550" y="1858609"/>
                  </a:lnTo>
                  <a:lnTo>
                    <a:pt x="3977082" y="1810918"/>
                  </a:lnTo>
                  <a:lnTo>
                    <a:pt x="3972458" y="1763303"/>
                  </a:lnTo>
                  <a:lnTo>
                    <a:pt x="3966678" y="1715786"/>
                  </a:lnTo>
                  <a:lnTo>
                    <a:pt x="3959742" y="1668387"/>
                  </a:lnTo>
                  <a:lnTo>
                    <a:pt x="3951651" y="1621129"/>
                  </a:lnTo>
                  <a:lnTo>
                    <a:pt x="3942403" y="1574034"/>
                  </a:lnTo>
                  <a:lnTo>
                    <a:pt x="3931999" y="1527122"/>
                  </a:lnTo>
                  <a:lnTo>
                    <a:pt x="3920439" y="1480416"/>
                  </a:lnTo>
                  <a:lnTo>
                    <a:pt x="3907723" y="1433937"/>
                  </a:lnTo>
                  <a:lnTo>
                    <a:pt x="3893851" y="1387708"/>
                  </a:lnTo>
                  <a:lnTo>
                    <a:pt x="3878824" y="1341748"/>
                  </a:lnTo>
                  <a:lnTo>
                    <a:pt x="3862640" y="1296081"/>
                  </a:lnTo>
                  <a:lnTo>
                    <a:pt x="3845300" y="1250728"/>
                  </a:lnTo>
                  <a:lnTo>
                    <a:pt x="3826805" y="1205710"/>
                  </a:lnTo>
                  <a:lnTo>
                    <a:pt x="3807153" y="1161049"/>
                  </a:lnTo>
                  <a:lnTo>
                    <a:pt x="3786345" y="1116766"/>
                  </a:lnTo>
                  <a:lnTo>
                    <a:pt x="3764381" y="1072885"/>
                  </a:lnTo>
                  <a:lnTo>
                    <a:pt x="3741262" y="1029425"/>
                  </a:lnTo>
                  <a:lnTo>
                    <a:pt x="3716986" y="986409"/>
                  </a:lnTo>
                  <a:lnTo>
                    <a:pt x="3691646" y="944008"/>
                  </a:lnTo>
                  <a:lnTo>
                    <a:pt x="3665345" y="902386"/>
                  </a:lnTo>
                  <a:lnTo>
                    <a:pt x="3638102" y="861556"/>
                  </a:lnTo>
                  <a:lnTo>
                    <a:pt x="3609936" y="821527"/>
                  </a:lnTo>
                  <a:lnTo>
                    <a:pt x="3580865" y="782309"/>
                  </a:lnTo>
                  <a:lnTo>
                    <a:pt x="3550910" y="743915"/>
                  </a:lnTo>
                  <a:lnTo>
                    <a:pt x="3520087" y="706354"/>
                  </a:lnTo>
                  <a:lnTo>
                    <a:pt x="3488417" y="669637"/>
                  </a:lnTo>
                  <a:lnTo>
                    <a:pt x="3455917" y="633775"/>
                  </a:lnTo>
                  <a:lnTo>
                    <a:pt x="3422608" y="598779"/>
                  </a:lnTo>
                  <a:lnTo>
                    <a:pt x="3388507" y="564660"/>
                  </a:lnTo>
                  <a:lnTo>
                    <a:pt x="3353633" y="531428"/>
                  </a:lnTo>
                  <a:lnTo>
                    <a:pt x="3318006" y="499094"/>
                  </a:lnTo>
                  <a:lnTo>
                    <a:pt x="3281644" y="467668"/>
                  </a:lnTo>
                  <a:lnTo>
                    <a:pt x="3244566" y="437163"/>
                  </a:lnTo>
                  <a:lnTo>
                    <a:pt x="3206790" y="407587"/>
                  </a:lnTo>
                  <a:lnTo>
                    <a:pt x="3168336" y="378953"/>
                  </a:lnTo>
                  <a:lnTo>
                    <a:pt x="3129223" y="351270"/>
                  </a:lnTo>
                  <a:lnTo>
                    <a:pt x="3089469" y="324550"/>
                  </a:lnTo>
                  <a:lnTo>
                    <a:pt x="3049092" y="298804"/>
                  </a:lnTo>
                  <a:lnTo>
                    <a:pt x="3008113" y="274041"/>
                  </a:lnTo>
                  <a:lnTo>
                    <a:pt x="2966549" y="250273"/>
                  </a:lnTo>
                  <a:lnTo>
                    <a:pt x="2924420" y="227511"/>
                  </a:lnTo>
                  <a:lnTo>
                    <a:pt x="2881744" y="205765"/>
                  </a:lnTo>
                  <a:lnTo>
                    <a:pt x="2838541" y="185047"/>
                  </a:lnTo>
                  <a:lnTo>
                    <a:pt x="2794828" y="165366"/>
                  </a:lnTo>
                  <a:lnTo>
                    <a:pt x="2750625" y="146733"/>
                  </a:lnTo>
                  <a:lnTo>
                    <a:pt x="2705951" y="129160"/>
                  </a:lnTo>
                  <a:lnTo>
                    <a:pt x="2660824" y="112658"/>
                  </a:lnTo>
                  <a:lnTo>
                    <a:pt x="2615264" y="97236"/>
                  </a:lnTo>
                  <a:lnTo>
                    <a:pt x="2569288" y="82905"/>
                  </a:lnTo>
                  <a:lnTo>
                    <a:pt x="2522917" y="69677"/>
                  </a:lnTo>
                  <a:lnTo>
                    <a:pt x="2476168" y="57562"/>
                  </a:lnTo>
                  <a:lnTo>
                    <a:pt x="2429061" y="46571"/>
                  </a:lnTo>
                  <a:lnTo>
                    <a:pt x="2381614" y="36715"/>
                  </a:lnTo>
                  <a:lnTo>
                    <a:pt x="2333846" y="28003"/>
                  </a:lnTo>
                  <a:lnTo>
                    <a:pt x="2285777" y="20448"/>
                  </a:lnTo>
                  <a:lnTo>
                    <a:pt x="2237424" y="14060"/>
                  </a:lnTo>
                  <a:lnTo>
                    <a:pt x="2188807" y="8850"/>
                  </a:lnTo>
                  <a:lnTo>
                    <a:pt x="2139945" y="4828"/>
                  </a:lnTo>
                  <a:lnTo>
                    <a:pt x="2090855" y="2005"/>
                  </a:lnTo>
                  <a:lnTo>
                    <a:pt x="2041558" y="392"/>
                  </a:lnTo>
                  <a:lnTo>
                    <a:pt x="199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44B3C69-79C3-01CD-45B1-A8A57217A184}"/>
              </a:ext>
            </a:extLst>
          </p:cNvPr>
          <p:cNvSpPr txBox="1"/>
          <p:nvPr/>
        </p:nvSpPr>
        <p:spPr>
          <a:xfrm>
            <a:off x="3556000" y="17417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1A88BF-F423-5723-D557-A7A73B03D077}"/>
              </a:ext>
            </a:extLst>
          </p:cNvPr>
          <p:cNvSpPr txBox="1"/>
          <p:nvPr/>
        </p:nvSpPr>
        <p:spPr>
          <a:xfrm>
            <a:off x="2446898" y="180504"/>
            <a:ext cx="4754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tx1"/>
                </a:solidFill>
                <a:latin typeface=""/>
                <a:ea typeface="Krungthep" panose="02000400000000000000" pitchFamily="2" charset="-34"/>
                <a:cs typeface="Futura Medium" panose="020B0602020204020303" pitchFamily="34" charset="-79"/>
              </a:rPr>
              <a:t>НАША КОМАНДА</a:t>
            </a:r>
            <a:endParaRPr lang="en-US" sz="4000" dirty="0">
              <a:solidFill>
                <a:schemeClr val="tx1"/>
              </a:solidFill>
              <a:latin typeface=""/>
              <a:ea typeface="Krungthep" panose="02000400000000000000" pitchFamily="2" charset="-34"/>
              <a:cs typeface="Futura Medium" panose="020B0602020204020303" pitchFamily="34" charset="-79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0229C2-3CEC-7913-0D56-BAA8BD0D06A5}"/>
              </a:ext>
            </a:extLst>
          </p:cNvPr>
          <p:cNvSpPr txBox="1"/>
          <p:nvPr/>
        </p:nvSpPr>
        <p:spPr>
          <a:xfrm>
            <a:off x="508003" y="4082029"/>
            <a:ext cx="18213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500" dirty="0" err="1">
                <a:solidFill>
                  <a:schemeClr val="tx1"/>
                </a:solidFill>
                <a:latin typeface=""/>
                <a:cs typeface="DecoType Naskh" pitchFamily="2" charset="-78"/>
              </a:rPr>
              <a:t>Грибинчук</a:t>
            </a:r>
            <a:r>
              <a:rPr lang="ru-RU" sz="1500" dirty="0">
                <a:solidFill>
                  <a:schemeClr val="tx1"/>
                </a:solidFill>
                <a:latin typeface=""/>
                <a:cs typeface="DecoType Naskh" pitchFamily="2" charset="-78"/>
              </a:rPr>
              <a:t> Кирилл</a:t>
            </a:r>
            <a:endParaRPr lang="en-US" sz="1500" dirty="0">
              <a:solidFill>
                <a:schemeClr val="tx1"/>
              </a:solidFill>
              <a:latin typeface=""/>
              <a:cs typeface="DecoType Naskh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5D429A-5E86-085F-DA3D-2105D1B932BA}"/>
              </a:ext>
            </a:extLst>
          </p:cNvPr>
          <p:cNvSpPr txBox="1"/>
          <p:nvPr/>
        </p:nvSpPr>
        <p:spPr>
          <a:xfrm>
            <a:off x="2526200" y="4082029"/>
            <a:ext cx="21018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500" dirty="0" err="1">
                <a:solidFill>
                  <a:schemeClr val="tx1"/>
                </a:solidFill>
                <a:latin typeface=""/>
                <a:cs typeface="DecoType Naskh" pitchFamily="2" charset="-78"/>
              </a:rPr>
              <a:t>Комарницкий</a:t>
            </a:r>
            <a:r>
              <a:rPr lang="ru-RU" sz="1500" dirty="0">
                <a:solidFill>
                  <a:schemeClr val="tx1"/>
                </a:solidFill>
                <a:latin typeface=""/>
                <a:cs typeface="DecoType Naskh" pitchFamily="2" charset="-78"/>
              </a:rPr>
              <a:t> Матвей</a:t>
            </a:r>
            <a:endParaRPr lang="en-US" sz="1500" dirty="0">
              <a:solidFill>
                <a:schemeClr val="tx1"/>
              </a:solidFill>
              <a:latin typeface=""/>
              <a:cs typeface="DecoType Naskh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C333D7-D266-061F-C246-A6B92258CA58}"/>
              </a:ext>
            </a:extLst>
          </p:cNvPr>
          <p:cNvSpPr txBox="1"/>
          <p:nvPr/>
        </p:nvSpPr>
        <p:spPr>
          <a:xfrm>
            <a:off x="4886469" y="4082028"/>
            <a:ext cx="16610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500" dirty="0">
                <a:solidFill>
                  <a:schemeClr val="tx1"/>
                </a:solidFill>
                <a:latin typeface=""/>
                <a:cs typeface="DecoType Naskh" pitchFamily="2" charset="-78"/>
              </a:rPr>
              <a:t>Халилов Руслан</a:t>
            </a:r>
            <a:endParaRPr lang="en-US" sz="1500" dirty="0">
              <a:solidFill>
                <a:schemeClr val="tx1"/>
              </a:solidFill>
              <a:latin typeface=""/>
              <a:cs typeface="DecoType Naskh" pitchFamily="2" charset="-78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F5BBAE02-F4C9-3D97-4EAF-673555496B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9" r="-529"/>
          <a:stretch/>
        </p:blipFill>
        <p:spPr>
          <a:xfrm>
            <a:off x="571184" y="2243604"/>
            <a:ext cx="1695229" cy="1701201"/>
          </a:xfrm>
          <a:prstGeom prst="ellipse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B8234C5-82D4-E3EA-1D92-CCC7598693DA}"/>
              </a:ext>
            </a:extLst>
          </p:cNvPr>
          <p:cNvSpPr txBox="1"/>
          <p:nvPr/>
        </p:nvSpPr>
        <p:spPr>
          <a:xfrm>
            <a:off x="6992697" y="4082028"/>
            <a:ext cx="17107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500" dirty="0">
                <a:solidFill>
                  <a:schemeClr val="tx1"/>
                </a:solidFill>
                <a:latin typeface=""/>
                <a:cs typeface="DecoType Naskh" pitchFamily="2" charset="-78"/>
              </a:rPr>
              <a:t>Лушников Вадим</a:t>
            </a:r>
            <a:endParaRPr lang="en-US" sz="1500" dirty="0">
              <a:solidFill>
                <a:schemeClr val="tx1"/>
              </a:solidFill>
              <a:latin typeface=""/>
              <a:cs typeface="DecoType Naskh" pitchFamily="2" charset="-78"/>
            </a:endParaRPr>
          </a:p>
        </p:txBody>
      </p:sp>
      <p:grpSp>
        <p:nvGrpSpPr>
          <p:cNvPr id="61" name="object 2">
            <a:extLst>
              <a:ext uri="{FF2B5EF4-FFF2-40B4-BE49-F238E27FC236}">
                <a16:creationId xmlns:a16="http://schemas.microsoft.com/office/drawing/2014/main" id="{3CFB42D1-1045-067E-0013-5ACED6344B9F}"/>
              </a:ext>
            </a:extLst>
          </p:cNvPr>
          <p:cNvGrpSpPr/>
          <p:nvPr/>
        </p:nvGrpSpPr>
        <p:grpSpPr>
          <a:xfrm>
            <a:off x="2706364" y="2219083"/>
            <a:ext cx="1741642" cy="1750244"/>
            <a:chOff x="2101278" y="3089401"/>
            <a:chExt cx="4093718" cy="4070096"/>
          </a:xfrm>
        </p:grpSpPr>
        <p:pic>
          <p:nvPicPr>
            <p:cNvPr id="62" name="object 3">
              <a:extLst>
                <a:ext uri="{FF2B5EF4-FFF2-40B4-BE49-F238E27FC236}">
                  <a16:creationId xmlns:a16="http://schemas.microsoft.com/office/drawing/2014/main" id="{41F3EFF4-2E6A-B291-B64D-17686AC051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1278" y="3089401"/>
              <a:ext cx="4093718" cy="4070096"/>
            </a:xfrm>
            <a:prstGeom prst="rect">
              <a:avLst/>
            </a:prstGeom>
          </p:spPr>
        </p:pic>
        <p:sp>
          <p:nvSpPr>
            <p:cNvPr id="63" name="object 4">
              <a:extLst>
                <a:ext uri="{FF2B5EF4-FFF2-40B4-BE49-F238E27FC236}">
                  <a16:creationId xmlns:a16="http://schemas.microsoft.com/office/drawing/2014/main" id="{5FC43A84-7BF6-B272-704C-49F84EBCF1C3}"/>
                </a:ext>
              </a:extLst>
            </p:cNvPr>
            <p:cNvSpPr/>
            <p:nvPr/>
          </p:nvSpPr>
          <p:spPr>
            <a:xfrm>
              <a:off x="2156128" y="3146424"/>
              <a:ext cx="3984625" cy="3956050"/>
            </a:xfrm>
            <a:custGeom>
              <a:avLst/>
              <a:gdLst/>
              <a:ahLst/>
              <a:cxnLst/>
              <a:rect l="l" t="t" r="r" b="b"/>
              <a:pathLst>
                <a:path w="3984625" h="3956050">
                  <a:moveTo>
                    <a:pt x="1992072" y="0"/>
                  </a:moveTo>
                  <a:lnTo>
                    <a:pt x="1942578" y="392"/>
                  </a:lnTo>
                  <a:lnTo>
                    <a:pt x="1893272" y="2005"/>
                  </a:lnTo>
                  <a:lnTo>
                    <a:pt x="1844175" y="4828"/>
                  </a:lnTo>
                  <a:lnTo>
                    <a:pt x="1795305" y="8850"/>
                  </a:lnTo>
                  <a:lnTo>
                    <a:pt x="1746681" y="14060"/>
                  </a:lnTo>
                  <a:lnTo>
                    <a:pt x="1698322" y="20448"/>
                  </a:lnTo>
                  <a:lnTo>
                    <a:pt x="1650246" y="28003"/>
                  </a:lnTo>
                  <a:lnTo>
                    <a:pt x="1602472" y="36715"/>
                  </a:lnTo>
                  <a:lnTo>
                    <a:pt x="1555020" y="46571"/>
                  </a:lnTo>
                  <a:lnTo>
                    <a:pt x="1507907" y="57562"/>
                  </a:lnTo>
                  <a:lnTo>
                    <a:pt x="1461153" y="69677"/>
                  </a:lnTo>
                  <a:lnTo>
                    <a:pt x="1414777" y="82905"/>
                  </a:lnTo>
                  <a:lnTo>
                    <a:pt x="1368797" y="97236"/>
                  </a:lnTo>
                  <a:lnTo>
                    <a:pt x="1323232" y="112658"/>
                  </a:lnTo>
                  <a:lnTo>
                    <a:pt x="1278102" y="129160"/>
                  </a:lnTo>
                  <a:lnTo>
                    <a:pt x="1233424" y="146733"/>
                  </a:lnTo>
                  <a:lnTo>
                    <a:pt x="1189218" y="165366"/>
                  </a:lnTo>
                  <a:lnTo>
                    <a:pt x="1145502" y="185047"/>
                  </a:lnTo>
                  <a:lnTo>
                    <a:pt x="1102295" y="205765"/>
                  </a:lnTo>
                  <a:lnTo>
                    <a:pt x="1059617" y="227511"/>
                  </a:lnTo>
                  <a:lnTo>
                    <a:pt x="1017485" y="250273"/>
                  </a:lnTo>
                  <a:lnTo>
                    <a:pt x="975919" y="274041"/>
                  </a:lnTo>
                  <a:lnTo>
                    <a:pt x="934938" y="298804"/>
                  </a:lnTo>
                  <a:lnTo>
                    <a:pt x="894560" y="324550"/>
                  </a:lnTo>
                  <a:lnTo>
                    <a:pt x="854804" y="351270"/>
                  </a:lnTo>
                  <a:lnTo>
                    <a:pt x="815689" y="378953"/>
                  </a:lnTo>
                  <a:lnTo>
                    <a:pt x="777234" y="407587"/>
                  </a:lnTo>
                  <a:lnTo>
                    <a:pt x="739457" y="437163"/>
                  </a:lnTo>
                  <a:lnTo>
                    <a:pt x="702378" y="467668"/>
                  </a:lnTo>
                  <a:lnTo>
                    <a:pt x="666015" y="499094"/>
                  </a:lnTo>
                  <a:lnTo>
                    <a:pt x="630387" y="531428"/>
                  </a:lnTo>
                  <a:lnTo>
                    <a:pt x="595513" y="564660"/>
                  </a:lnTo>
                  <a:lnTo>
                    <a:pt x="561412" y="598779"/>
                  </a:lnTo>
                  <a:lnTo>
                    <a:pt x="528102" y="633775"/>
                  </a:lnTo>
                  <a:lnTo>
                    <a:pt x="495602" y="669637"/>
                  </a:lnTo>
                  <a:lnTo>
                    <a:pt x="463931" y="706354"/>
                  </a:lnTo>
                  <a:lnTo>
                    <a:pt x="433108" y="743915"/>
                  </a:lnTo>
                  <a:lnTo>
                    <a:pt x="403152" y="782309"/>
                  </a:lnTo>
                  <a:lnTo>
                    <a:pt x="374082" y="821527"/>
                  </a:lnTo>
                  <a:lnTo>
                    <a:pt x="345916" y="861556"/>
                  </a:lnTo>
                  <a:lnTo>
                    <a:pt x="318673" y="902386"/>
                  </a:lnTo>
                  <a:lnTo>
                    <a:pt x="292372" y="944008"/>
                  </a:lnTo>
                  <a:lnTo>
                    <a:pt x="267031" y="986409"/>
                  </a:lnTo>
                  <a:lnTo>
                    <a:pt x="242756" y="1029425"/>
                  </a:lnTo>
                  <a:lnTo>
                    <a:pt x="219636" y="1072885"/>
                  </a:lnTo>
                  <a:lnTo>
                    <a:pt x="197672" y="1116766"/>
                  </a:lnTo>
                  <a:lnTo>
                    <a:pt x="176865" y="1161049"/>
                  </a:lnTo>
                  <a:lnTo>
                    <a:pt x="157213" y="1205710"/>
                  </a:lnTo>
                  <a:lnTo>
                    <a:pt x="138717" y="1250728"/>
                  </a:lnTo>
                  <a:lnTo>
                    <a:pt x="121378" y="1296081"/>
                  </a:lnTo>
                  <a:lnTo>
                    <a:pt x="105194" y="1341748"/>
                  </a:lnTo>
                  <a:lnTo>
                    <a:pt x="90166" y="1387708"/>
                  </a:lnTo>
                  <a:lnTo>
                    <a:pt x="76294" y="1433937"/>
                  </a:lnTo>
                  <a:lnTo>
                    <a:pt x="63578" y="1480416"/>
                  </a:lnTo>
                  <a:lnTo>
                    <a:pt x="52019" y="1527122"/>
                  </a:lnTo>
                  <a:lnTo>
                    <a:pt x="41615" y="1574034"/>
                  </a:lnTo>
                  <a:lnTo>
                    <a:pt x="32367" y="1621129"/>
                  </a:lnTo>
                  <a:lnTo>
                    <a:pt x="24275" y="1668387"/>
                  </a:lnTo>
                  <a:lnTo>
                    <a:pt x="17339" y="1715786"/>
                  </a:lnTo>
                  <a:lnTo>
                    <a:pt x="11559" y="1763303"/>
                  </a:lnTo>
                  <a:lnTo>
                    <a:pt x="6935" y="1810918"/>
                  </a:lnTo>
                  <a:lnTo>
                    <a:pt x="3467" y="1858609"/>
                  </a:lnTo>
                  <a:lnTo>
                    <a:pt x="1155" y="1906353"/>
                  </a:lnTo>
                  <a:lnTo>
                    <a:pt x="0" y="1954130"/>
                  </a:lnTo>
                  <a:lnTo>
                    <a:pt x="0" y="2001919"/>
                  </a:lnTo>
                  <a:lnTo>
                    <a:pt x="1155" y="2049696"/>
                  </a:lnTo>
                  <a:lnTo>
                    <a:pt x="3467" y="2097440"/>
                  </a:lnTo>
                  <a:lnTo>
                    <a:pt x="6935" y="2145131"/>
                  </a:lnTo>
                  <a:lnTo>
                    <a:pt x="11559" y="2192746"/>
                  </a:lnTo>
                  <a:lnTo>
                    <a:pt x="17339" y="2240263"/>
                  </a:lnTo>
                  <a:lnTo>
                    <a:pt x="24275" y="2287662"/>
                  </a:lnTo>
                  <a:lnTo>
                    <a:pt x="32367" y="2334920"/>
                  </a:lnTo>
                  <a:lnTo>
                    <a:pt x="41615" y="2382015"/>
                  </a:lnTo>
                  <a:lnTo>
                    <a:pt x="52019" y="2428927"/>
                  </a:lnTo>
                  <a:lnTo>
                    <a:pt x="63578" y="2475633"/>
                  </a:lnTo>
                  <a:lnTo>
                    <a:pt x="76294" y="2522112"/>
                  </a:lnTo>
                  <a:lnTo>
                    <a:pt x="90166" y="2568341"/>
                  </a:lnTo>
                  <a:lnTo>
                    <a:pt x="105194" y="2614301"/>
                  </a:lnTo>
                  <a:lnTo>
                    <a:pt x="121378" y="2659968"/>
                  </a:lnTo>
                  <a:lnTo>
                    <a:pt x="138717" y="2705321"/>
                  </a:lnTo>
                  <a:lnTo>
                    <a:pt x="157213" y="2750339"/>
                  </a:lnTo>
                  <a:lnTo>
                    <a:pt x="176865" y="2795000"/>
                  </a:lnTo>
                  <a:lnTo>
                    <a:pt x="197672" y="2839283"/>
                  </a:lnTo>
                  <a:lnTo>
                    <a:pt x="219636" y="2883164"/>
                  </a:lnTo>
                  <a:lnTo>
                    <a:pt x="242756" y="2926624"/>
                  </a:lnTo>
                  <a:lnTo>
                    <a:pt x="267031" y="2969641"/>
                  </a:lnTo>
                  <a:lnTo>
                    <a:pt x="292372" y="3012041"/>
                  </a:lnTo>
                  <a:lnTo>
                    <a:pt x="318673" y="3053663"/>
                  </a:lnTo>
                  <a:lnTo>
                    <a:pt x="345916" y="3094493"/>
                  </a:lnTo>
                  <a:lnTo>
                    <a:pt x="374082" y="3134522"/>
                  </a:lnTo>
                  <a:lnTo>
                    <a:pt x="403152" y="3173740"/>
                  </a:lnTo>
                  <a:lnTo>
                    <a:pt x="433108" y="3212134"/>
                  </a:lnTo>
                  <a:lnTo>
                    <a:pt x="463931" y="3249695"/>
                  </a:lnTo>
                  <a:lnTo>
                    <a:pt x="495602" y="3286412"/>
                  </a:lnTo>
                  <a:lnTo>
                    <a:pt x="528102" y="3322274"/>
                  </a:lnTo>
                  <a:lnTo>
                    <a:pt x="561412" y="3357270"/>
                  </a:lnTo>
                  <a:lnTo>
                    <a:pt x="595513" y="3391389"/>
                  </a:lnTo>
                  <a:lnTo>
                    <a:pt x="630387" y="3424621"/>
                  </a:lnTo>
                  <a:lnTo>
                    <a:pt x="666015" y="3456955"/>
                  </a:lnTo>
                  <a:lnTo>
                    <a:pt x="702378" y="3488381"/>
                  </a:lnTo>
                  <a:lnTo>
                    <a:pt x="739457" y="3518886"/>
                  </a:lnTo>
                  <a:lnTo>
                    <a:pt x="777234" y="3548462"/>
                  </a:lnTo>
                  <a:lnTo>
                    <a:pt x="815689" y="3577096"/>
                  </a:lnTo>
                  <a:lnTo>
                    <a:pt x="854804" y="3604779"/>
                  </a:lnTo>
                  <a:lnTo>
                    <a:pt x="894560" y="3631499"/>
                  </a:lnTo>
                  <a:lnTo>
                    <a:pt x="934938" y="3657245"/>
                  </a:lnTo>
                  <a:lnTo>
                    <a:pt x="975919" y="3682008"/>
                  </a:lnTo>
                  <a:lnTo>
                    <a:pt x="1017485" y="3705776"/>
                  </a:lnTo>
                  <a:lnTo>
                    <a:pt x="1059617" y="3728538"/>
                  </a:lnTo>
                  <a:lnTo>
                    <a:pt x="1102295" y="3750284"/>
                  </a:lnTo>
                  <a:lnTo>
                    <a:pt x="1145502" y="3771002"/>
                  </a:lnTo>
                  <a:lnTo>
                    <a:pt x="1189218" y="3790683"/>
                  </a:lnTo>
                  <a:lnTo>
                    <a:pt x="1233424" y="3809316"/>
                  </a:lnTo>
                  <a:lnTo>
                    <a:pt x="1278102" y="3826889"/>
                  </a:lnTo>
                  <a:lnTo>
                    <a:pt x="1323232" y="3843391"/>
                  </a:lnTo>
                  <a:lnTo>
                    <a:pt x="1368797" y="3858813"/>
                  </a:lnTo>
                  <a:lnTo>
                    <a:pt x="1414777" y="3873144"/>
                  </a:lnTo>
                  <a:lnTo>
                    <a:pt x="1461153" y="3886372"/>
                  </a:lnTo>
                  <a:lnTo>
                    <a:pt x="1507907" y="3898487"/>
                  </a:lnTo>
                  <a:lnTo>
                    <a:pt x="1555020" y="3909478"/>
                  </a:lnTo>
                  <a:lnTo>
                    <a:pt x="1602472" y="3919334"/>
                  </a:lnTo>
                  <a:lnTo>
                    <a:pt x="1650246" y="3928046"/>
                  </a:lnTo>
                  <a:lnTo>
                    <a:pt x="1698322" y="3935601"/>
                  </a:lnTo>
                  <a:lnTo>
                    <a:pt x="1746681" y="3941989"/>
                  </a:lnTo>
                  <a:lnTo>
                    <a:pt x="1795305" y="3947199"/>
                  </a:lnTo>
                  <a:lnTo>
                    <a:pt x="1844175" y="3951221"/>
                  </a:lnTo>
                  <a:lnTo>
                    <a:pt x="1893272" y="3954044"/>
                  </a:lnTo>
                  <a:lnTo>
                    <a:pt x="1942578" y="3955657"/>
                  </a:lnTo>
                  <a:lnTo>
                    <a:pt x="1992072" y="3956050"/>
                  </a:lnTo>
                  <a:lnTo>
                    <a:pt x="2041558" y="3955657"/>
                  </a:lnTo>
                  <a:lnTo>
                    <a:pt x="2090855" y="3954044"/>
                  </a:lnTo>
                  <a:lnTo>
                    <a:pt x="2139945" y="3951221"/>
                  </a:lnTo>
                  <a:lnTo>
                    <a:pt x="2188807" y="3947199"/>
                  </a:lnTo>
                  <a:lnTo>
                    <a:pt x="2237424" y="3941989"/>
                  </a:lnTo>
                  <a:lnTo>
                    <a:pt x="2285777" y="3935601"/>
                  </a:lnTo>
                  <a:lnTo>
                    <a:pt x="2333846" y="3928046"/>
                  </a:lnTo>
                  <a:lnTo>
                    <a:pt x="2381614" y="3919334"/>
                  </a:lnTo>
                  <a:lnTo>
                    <a:pt x="2429061" y="3909478"/>
                  </a:lnTo>
                  <a:lnTo>
                    <a:pt x="2476168" y="3898487"/>
                  </a:lnTo>
                  <a:lnTo>
                    <a:pt x="2522917" y="3886372"/>
                  </a:lnTo>
                  <a:lnTo>
                    <a:pt x="2569288" y="3873144"/>
                  </a:lnTo>
                  <a:lnTo>
                    <a:pt x="2615264" y="3858813"/>
                  </a:lnTo>
                  <a:lnTo>
                    <a:pt x="2660824" y="3843391"/>
                  </a:lnTo>
                  <a:lnTo>
                    <a:pt x="2705951" y="3826889"/>
                  </a:lnTo>
                  <a:lnTo>
                    <a:pt x="2750625" y="3809316"/>
                  </a:lnTo>
                  <a:lnTo>
                    <a:pt x="2794828" y="3790683"/>
                  </a:lnTo>
                  <a:lnTo>
                    <a:pt x="2838541" y="3771002"/>
                  </a:lnTo>
                  <a:lnTo>
                    <a:pt x="2881744" y="3750284"/>
                  </a:lnTo>
                  <a:lnTo>
                    <a:pt x="2924420" y="3728538"/>
                  </a:lnTo>
                  <a:lnTo>
                    <a:pt x="2966549" y="3705776"/>
                  </a:lnTo>
                  <a:lnTo>
                    <a:pt x="3008113" y="3682008"/>
                  </a:lnTo>
                  <a:lnTo>
                    <a:pt x="3049092" y="3657245"/>
                  </a:lnTo>
                  <a:lnTo>
                    <a:pt x="3089469" y="3631499"/>
                  </a:lnTo>
                  <a:lnTo>
                    <a:pt x="3129223" y="3604779"/>
                  </a:lnTo>
                  <a:lnTo>
                    <a:pt x="3168336" y="3577096"/>
                  </a:lnTo>
                  <a:lnTo>
                    <a:pt x="3206790" y="3548462"/>
                  </a:lnTo>
                  <a:lnTo>
                    <a:pt x="3244566" y="3518886"/>
                  </a:lnTo>
                  <a:lnTo>
                    <a:pt x="3281644" y="3488381"/>
                  </a:lnTo>
                  <a:lnTo>
                    <a:pt x="3318006" y="3456955"/>
                  </a:lnTo>
                  <a:lnTo>
                    <a:pt x="3353633" y="3424621"/>
                  </a:lnTo>
                  <a:lnTo>
                    <a:pt x="3388507" y="3391389"/>
                  </a:lnTo>
                  <a:lnTo>
                    <a:pt x="3422608" y="3357270"/>
                  </a:lnTo>
                  <a:lnTo>
                    <a:pt x="3455917" y="3322274"/>
                  </a:lnTo>
                  <a:lnTo>
                    <a:pt x="3488417" y="3286412"/>
                  </a:lnTo>
                  <a:lnTo>
                    <a:pt x="3520087" y="3249695"/>
                  </a:lnTo>
                  <a:lnTo>
                    <a:pt x="3550910" y="3212134"/>
                  </a:lnTo>
                  <a:lnTo>
                    <a:pt x="3580865" y="3173740"/>
                  </a:lnTo>
                  <a:lnTo>
                    <a:pt x="3609936" y="3134522"/>
                  </a:lnTo>
                  <a:lnTo>
                    <a:pt x="3638102" y="3094493"/>
                  </a:lnTo>
                  <a:lnTo>
                    <a:pt x="3665345" y="3053663"/>
                  </a:lnTo>
                  <a:lnTo>
                    <a:pt x="3691646" y="3012041"/>
                  </a:lnTo>
                  <a:lnTo>
                    <a:pt x="3716986" y="2969641"/>
                  </a:lnTo>
                  <a:lnTo>
                    <a:pt x="3741262" y="2926624"/>
                  </a:lnTo>
                  <a:lnTo>
                    <a:pt x="3764381" y="2883164"/>
                  </a:lnTo>
                  <a:lnTo>
                    <a:pt x="3786345" y="2839283"/>
                  </a:lnTo>
                  <a:lnTo>
                    <a:pt x="3807153" y="2795000"/>
                  </a:lnTo>
                  <a:lnTo>
                    <a:pt x="3826805" y="2750339"/>
                  </a:lnTo>
                  <a:lnTo>
                    <a:pt x="3845300" y="2705321"/>
                  </a:lnTo>
                  <a:lnTo>
                    <a:pt x="3862640" y="2659968"/>
                  </a:lnTo>
                  <a:lnTo>
                    <a:pt x="3878824" y="2614301"/>
                  </a:lnTo>
                  <a:lnTo>
                    <a:pt x="3893851" y="2568341"/>
                  </a:lnTo>
                  <a:lnTo>
                    <a:pt x="3907723" y="2522112"/>
                  </a:lnTo>
                  <a:lnTo>
                    <a:pt x="3920439" y="2475633"/>
                  </a:lnTo>
                  <a:lnTo>
                    <a:pt x="3931999" y="2428927"/>
                  </a:lnTo>
                  <a:lnTo>
                    <a:pt x="3942403" y="2382015"/>
                  </a:lnTo>
                  <a:lnTo>
                    <a:pt x="3951651" y="2334920"/>
                  </a:lnTo>
                  <a:lnTo>
                    <a:pt x="3959742" y="2287662"/>
                  </a:lnTo>
                  <a:lnTo>
                    <a:pt x="3966678" y="2240263"/>
                  </a:lnTo>
                  <a:lnTo>
                    <a:pt x="3972458" y="2192746"/>
                  </a:lnTo>
                  <a:lnTo>
                    <a:pt x="3977082" y="2145131"/>
                  </a:lnTo>
                  <a:lnTo>
                    <a:pt x="3980550" y="2097440"/>
                  </a:lnTo>
                  <a:lnTo>
                    <a:pt x="3982862" y="2049696"/>
                  </a:lnTo>
                  <a:lnTo>
                    <a:pt x="3984018" y="2001919"/>
                  </a:lnTo>
                  <a:lnTo>
                    <a:pt x="3984018" y="1954130"/>
                  </a:lnTo>
                  <a:lnTo>
                    <a:pt x="3982862" y="1906353"/>
                  </a:lnTo>
                  <a:lnTo>
                    <a:pt x="3980550" y="1858609"/>
                  </a:lnTo>
                  <a:lnTo>
                    <a:pt x="3977082" y="1810918"/>
                  </a:lnTo>
                  <a:lnTo>
                    <a:pt x="3972458" y="1763303"/>
                  </a:lnTo>
                  <a:lnTo>
                    <a:pt x="3966678" y="1715786"/>
                  </a:lnTo>
                  <a:lnTo>
                    <a:pt x="3959742" y="1668387"/>
                  </a:lnTo>
                  <a:lnTo>
                    <a:pt x="3951651" y="1621129"/>
                  </a:lnTo>
                  <a:lnTo>
                    <a:pt x="3942403" y="1574034"/>
                  </a:lnTo>
                  <a:lnTo>
                    <a:pt x="3931999" y="1527122"/>
                  </a:lnTo>
                  <a:lnTo>
                    <a:pt x="3920439" y="1480416"/>
                  </a:lnTo>
                  <a:lnTo>
                    <a:pt x="3907723" y="1433937"/>
                  </a:lnTo>
                  <a:lnTo>
                    <a:pt x="3893851" y="1387708"/>
                  </a:lnTo>
                  <a:lnTo>
                    <a:pt x="3878824" y="1341748"/>
                  </a:lnTo>
                  <a:lnTo>
                    <a:pt x="3862640" y="1296081"/>
                  </a:lnTo>
                  <a:lnTo>
                    <a:pt x="3845300" y="1250728"/>
                  </a:lnTo>
                  <a:lnTo>
                    <a:pt x="3826805" y="1205710"/>
                  </a:lnTo>
                  <a:lnTo>
                    <a:pt x="3807153" y="1161049"/>
                  </a:lnTo>
                  <a:lnTo>
                    <a:pt x="3786345" y="1116766"/>
                  </a:lnTo>
                  <a:lnTo>
                    <a:pt x="3764381" y="1072885"/>
                  </a:lnTo>
                  <a:lnTo>
                    <a:pt x="3741262" y="1029425"/>
                  </a:lnTo>
                  <a:lnTo>
                    <a:pt x="3716986" y="986409"/>
                  </a:lnTo>
                  <a:lnTo>
                    <a:pt x="3691646" y="944008"/>
                  </a:lnTo>
                  <a:lnTo>
                    <a:pt x="3665345" y="902386"/>
                  </a:lnTo>
                  <a:lnTo>
                    <a:pt x="3638102" y="861556"/>
                  </a:lnTo>
                  <a:lnTo>
                    <a:pt x="3609936" y="821527"/>
                  </a:lnTo>
                  <a:lnTo>
                    <a:pt x="3580865" y="782309"/>
                  </a:lnTo>
                  <a:lnTo>
                    <a:pt x="3550910" y="743915"/>
                  </a:lnTo>
                  <a:lnTo>
                    <a:pt x="3520087" y="706354"/>
                  </a:lnTo>
                  <a:lnTo>
                    <a:pt x="3488417" y="669637"/>
                  </a:lnTo>
                  <a:lnTo>
                    <a:pt x="3455917" y="633775"/>
                  </a:lnTo>
                  <a:lnTo>
                    <a:pt x="3422608" y="598779"/>
                  </a:lnTo>
                  <a:lnTo>
                    <a:pt x="3388507" y="564660"/>
                  </a:lnTo>
                  <a:lnTo>
                    <a:pt x="3353633" y="531428"/>
                  </a:lnTo>
                  <a:lnTo>
                    <a:pt x="3318006" y="499094"/>
                  </a:lnTo>
                  <a:lnTo>
                    <a:pt x="3281644" y="467668"/>
                  </a:lnTo>
                  <a:lnTo>
                    <a:pt x="3244566" y="437163"/>
                  </a:lnTo>
                  <a:lnTo>
                    <a:pt x="3206790" y="407587"/>
                  </a:lnTo>
                  <a:lnTo>
                    <a:pt x="3168336" y="378953"/>
                  </a:lnTo>
                  <a:lnTo>
                    <a:pt x="3129223" y="351270"/>
                  </a:lnTo>
                  <a:lnTo>
                    <a:pt x="3089469" y="324550"/>
                  </a:lnTo>
                  <a:lnTo>
                    <a:pt x="3049092" y="298804"/>
                  </a:lnTo>
                  <a:lnTo>
                    <a:pt x="3008113" y="274041"/>
                  </a:lnTo>
                  <a:lnTo>
                    <a:pt x="2966549" y="250273"/>
                  </a:lnTo>
                  <a:lnTo>
                    <a:pt x="2924420" y="227511"/>
                  </a:lnTo>
                  <a:lnTo>
                    <a:pt x="2881744" y="205765"/>
                  </a:lnTo>
                  <a:lnTo>
                    <a:pt x="2838541" y="185047"/>
                  </a:lnTo>
                  <a:lnTo>
                    <a:pt x="2794828" y="165366"/>
                  </a:lnTo>
                  <a:lnTo>
                    <a:pt x="2750625" y="146733"/>
                  </a:lnTo>
                  <a:lnTo>
                    <a:pt x="2705951" y="129160"/>
                  </a:lnTo>
                  <a:lnTo>
                    <a:pt x="2660824" y="112658"/>
                  </a:lnTo>
                  <a:lnTo>
                    <a:pt x="2615264" y="97236"/>
                  </a:lnTo>
                  <a:lnTo>
                    <a:pt x="2569288" y="82905"/>
                  </a:lnTo>
                  <a:lnTo>
                    <a:pt x="2522917" y="69677"/>
                  </a:lnTo>
                  <a:lnTo>
                    <a:pt x="2476168" y="57562"/>
                  </a:lnTo>
                  <a:lnTo>
                    <a:pt x="2429061" y="46571"/>
                  </a:lnTo>
                  <a:lnTo>
                    <a:pt x="2381614" y="36715"/>
                  </a:lnTo>
                  <a:lnTo>
                    <a:pt x="2333846" y="28003"/>
                  </a:lnTo>
                  <a:lnTo>
                    <a:pt x="2285777" y="20448"/>
                  </a:lnTo>
                  <a:lnTo>
                    <a:pt x="2237424" y="14060"/>
                  </a:lnTo>
                  <a:lnTo>
                    <a:pt x="2188807" y="8850"/>
                  </a:lnTo>
                  <a:lnTo>
                    <a:pt x="2139945" y="4828"/>
                  </a:lnTo>
                  <a:lnTo>
                    <a:pt x="2090855" y="2005"/>
                  </a:lnTo>
                  <a:lnTo>
                    <a:pt x="2041558" y="392"/>
                  </a:lnTo>
                  <a:lnTo>
                    <a:pt x="199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368" name="object 2">
            <a:extLst>
              <a:ext uri="{FF2B5EF4-FFF2-40B4-BE49-F238E27FC236}">
                <a16:creationId xmlns:a16="http://schemas.microsoft.com/office/drawing/2014/main" id="{B42EC540-4CA8-B811-8A96-3C4597D7C1C1}"/>
              </a:ext>
            </a:extLst>
          </p:cNvPr>
          <p:cNvGrpSpPr/>
          <p:nvPr/>
        </p:nvGrpSpPr>
        <p:grpSpPr>
          <a:xfrm>
            <a:off x="4845758" y="2241286"/>
            <a:ext cx="1741642" cy="1750244"/>
            <a:chOff x="2101278" y="3089401"/>
            <a:chExt cx="4093718" cy="4070096"/>
          </a:xfrm>
        </p:grpSpPr>
        <p:pic>
          <p:nvPicPr>
            <p:cNvPr id="369" name="object 3">
              <a:extLst>
                <a:ext uri="{FF2B5EF4-FFF2-40B4-BE49-F238E27FC236}">
                  <a16:creationId xmlns:a16="http://schemas.microsoft.com/office/drawing/2014/main" id="{1B7A3824-E56E-70E4-9608-F99CBED017D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1278" y="3089401"/>
              <a:ext cx="4093718" cy="4070096"/>
            </a:xfrm>
            <a:prstGeom prst="rect">
              <a:avLst/>
            </a:prstGeom>
          </p:spPr>
        </p:pic>
        <p:sp>
          <p:nvSpPr>
            <p:cNvPr id="370" name="object 4">
              <a:extLst>
                <a:ext uri="{FF2B5EF4-FFF2-40B4-BE49-F238E27FC236}">
                  <a16:creationId xmlns:a16="http://schemas.microsoft.com/office/drawing/2014/main" id="{0F6CCBEC-BB54-6F5B-5E96-6E3EAC39E484}"/>
                </a:ext>
              </a:extLst>
            </p:cNvPr>
            <p:cNvSpPr/>
            <p:nvPr/>
          </p:nvSpPr>
          <p:spPr>
            <a:xfrm>
              <a:off x="2156128" y="3146424"/>
              <a:ext cx="3984625" cy="3956050"/>
            </a:xfrm>
            <a:custGeom>
              <a:avLst/>
              <a:gdLst/>
              <a:ahLst/>
              <a:cxnLst/>
              <a:rect l="l" t="t" r="r" b="b"/>
              <a:pathLst>
                <a:path w="3984625" h="3956050">
                  <a:moveTo>
                    <a:pt x="1992072" y="0"/>
                  </a:moveTo>
                  <a:lnTo>
                    <a:pt x="1942578" y="392"/>
                  </a:lnTo>
                  <a:lnTo>
                    <a:pt x="1893272" y="2005"/>
                  </a:lnTo>
                  <a:lnTo>
                    <a:pt x="1844175" y="4828"/>
                  </a:lnTo>
                  <a:lnTo>
                    <a:pt x="1795305" y="8850"/>
                  </a:lnTo>
                  <a:lnTo>
                    <a:pt x="1746681" y="14060"/>
                  </a:lnTo>
                  <a:lnTo>
                    <a:pt x="1698322" y="20448"/>
                  </a:lnTo>
                  <a:lnTo>
                    <a:pt x="1650246" y="28003"/>
                  </a:lnTo>
                  <a:lnTo>
                    <a:pt x="1602472" y="36715"/>
                  </a:lnTo>
                  <a:lnTo>
                    <a:pt x="1555020" y="46571"/>
                  </a:lnTo>
                  <a:lnTo>
                    <a:pt x="1507907" y="57562"/>
                  </a:lnTo>
                  <a:lnTo>
                    <a:pt x="1461153" y="69677"/>
                  </a:lnTo>
                  <a:lnTo>
                    <a:pt x="1414777" y="82905"/>
                  </a:lnTo>
                  <a:lnTo>
                    <a:pt x="1368797" y="97236"/>
                  </a:lnTo>
                  <a:lnTo>
                    <a:pt x="1323232" y="112658"/>
                  </a:lnTo>
                  <a:lnTo>
                    <a:pt x="1278102" y="129160"/>
                  </a:lnTo>
                  <a:lnTo>
                    <a:pt x="1233424" y="146733"/>
                  </a:lnTo>
                  <a:lnTo>
                    <a:pt x="1189218" y="165366"/>
                  </a:lnTo>
                  <a:lnTo>
                    <a:pt x="1145502" y="185047"/>
                  </a:lnTo>
                  <a:lnTo>
                    <a:pt x="1102295" y="205765"/>
                  </a:lnTo>
                  <a:lnTo>
                    <a:pt x="1059617" y="227511"/>
                  </a:lnTo>
                  <a:lnTo>
                    <a:pt x="1017485" y="250273"/>
                  </a:lnTo>
                  <a:lnTo>
                    <a:pt x="975919" y="274041"/>
                  </a:lnTo>
                  <a:lnTo>
                    <a:pt x="934938" y="298804"/>
                  </a:lnTo>
                  <a:lnTo>
                    <a:pt x="894560" y="324550"/>
                  </a:lnTo>
                  <a:lnTo>
                    <a:pt x="854804" y="351270"/>
                  </a:lnTo>
                  <a:lnTo>
                    <a:pt x="815689" y="378953"/>
                  </a:lnTo>
                  <a:lnTo>
                    <a:pt x="777234" y="407587"/>
                  </a:lnTo>
                  <a:lnTo>
                    <a:pt x="739457" y="437163"/>
                  </a:lnTo>
                  <a:lnTo>
                    <a:pt x="702378" y="467668"/>
                  </a:lnTo>
                  <a:lnTo>
                    <a:pt x="666015" y="499094"/>
                  </a:lnTo>
                  <a:lnTo>
                    <a:pt x="630387" y="531428"/>
                  </a:lnTo>
                  <a:lnTo>
                    <a:pt x="595513" y="564660"/>
                  </a:lnTo>
                  <a:lnTo>
                    <a:pt x="561412" y="598779"/>
                  </a:lnTo>
                  <a:lnTo>
                    <a:pt x="528102" y="633775"/>
                  </a:lnTo>
                  <a:lnTo>
                    <a:pt x="495602" y="669637"/>
                  </a:lnTo>
                  <a:lnTo>
                    <a:pt x="463931" y="706354"/>
                  </a:lnTo>
                  <a:lnTo>
                    <a:pt x="433108" y="743915"/>
                  </a:lnTo>
                  <a:lnTo>
                    <a:pt x="403152" y="782309"/>
                  </a:lnTo>
                  <a:lnTo>
                    <a:pt x="374082" y="821527"/>
                  </a:lnTo>
                  <a:lnTo>
                    <a:pt x="345916" y="861556"/>
                  </a:lnTo>
                  <a:lnTo>
                    <a:pt x="318673" y="902386"/>
                  </a:lnTo>
                  <a:lnTo>
                    <a:pt x="292372" y="944008"/>
                  </a:lnTo>
                  <a:lnTo>
                    <a:pt x="267031" y="986409"/>
                  </a:lnTo>
                  <a:lnTo>
                    <a:pt x="242756" y="1029425"/>
                  </a:lnTo>
                  <a:lnTo>
                    <a:pt x="219636" y="1072885"/>
                  </a:lnTo>
                  <a:lnTo>
                    <a:pt x="197672" y="1116766"/>
                  </a:lnTo>
                  <a:lnTo>
                    <a:pt x="176865" y="1161049"/>
                  </a:lnTo>
                  <a:lnTo>
                    <a:pt x="157213" y="1205710"/>
                  </a:lnTo>
                  <a:lnTo>
                    <a:pt x="138717" y="1250728"/>
                  </a:lnTo>
                  <a:lnTo>
                    <a:pt x="121378" y="1296081"/>
                  </a:lnTo>
                  <a:lnTo>
                    <a:pt x="105194" y="1341748"/>
                  </a:lnTo>
                  <a:lnTo>
                    <a:pt x="90166" y="1387708"/>
                  </a:lnTo>
                  <a:lnTo>
                    <a:pt x="76294" y="1433937"/>
                  </a:lnTo>
                  <a:lnTo>
                    <a:pt x="63578" y="1480416"/>
                  </a:lnTo>
                  <a:lnTo>
                    <a:pt x="52019" y="1527122"/>
                  </a:lnTo>
                  <a:lnTo>
                    <a:pt x="41615" y="1574034"/>
                  </a:lnTo>
                  <a:lnTo>
                    <a:pt x="32367" y="1621129"/>
                  </a:lnTo>
                  <a:lnTo>
                    <a:pt x="24275" y="1668387"/>
                  </a:lnTo>
                  <a:lnTo>
                    <a:pt x="17339" y="1715786"/>
                  </a:lnTo>
                  <a:lnTo>
                    <a:pt x="11559" y="1763303"/>
                  </a:lnTo>
                  <a:lnTo>
                    <a:pt x="6935" y="1810918"/>
                  </a:lnTo>
                  <a:lnTo>
                    <a:pt x="3467" y="1858609"/>
                  </a:lnTo>
                  <a:lnTo>
                    <a:pt x="1155" y="1906353"/>
                  </a:lnTo>
                  <a:lnTo>
                    <a:pt x="0" y="1954130"/>
                  </a:lnTo>
                  <a:lnTo>
                    <a:pt x="0" y="2001919"/>
                  </a:lnTo>
                  <a:lnTo>
                    <a:pt x="1155" y="2049696"/>
                  </a:lnTo>
                  <a:lnTo>
                    <a:pt x="3467" y="2097440"/>
                  </a:lnTo>
                  <a:lnTo>
                    <a:pt x="6935" y="2145131"/>
                  </a:lnTo>
                  <a:lnTo>
                    <a:pt x="11559" y="2192746"/>
                  </a:lnTo>
                  <a:lnTo>
                    <a:pt x="17339" y="2240263"/>
                  </a:lnTo>
                  <a:lnTo>
                    <a:pt x="24275" y="2287662"/>
                  </a:lnTo>
                  <a:lnTo>
                    <a:pt x="32367" y="2334920"/>
                  </a:lnTo>
                  <a:lnTo>
                    <a:pt x="41615" y="2382015"/>
                  </a:lnTo>
                  <a:lnTo>
                    <a:pt x="52019" y="2428927"/>
                  </a:lnTo>
                  <a:lnTo>
                    <a:pt x="63578" y="2475633"/>
                  </a:lnTo>
                  <a:lnTo>
                    <a:pt x="76294" y="2522112"/>
                  </a:lnTo>
                  <a:lnTo>
                    <a:pt x="90166" y="2568341"/>
                  </a:lnTo>
                  <a:lnTo>
                    <a:pt x="105194" y="2614301"/>
                  </a:lnTo>
                  <a:lnTo>
                    <a:pt x="121378" y="2659968"/>
                  </a:lnTo>
                  <a:lnTo>
                    <a:pt x="138717" y="2705321"/>
                  </a:lnTo>
                  <a:lnTo>
                    <a:pt x="157213" y="2750339"/>
                  </a:lnTo>
                  <a:lnTo>
                    <a:pt x="176865" y="2795000"/>
                  </a:lnTo>
                  <a:lnTo>
                    <a:pt x="197672" y="2839283"/>
                  </a:lnTo>
                  <a:lnTo>
                    <a:pt x="219636" y="2883164"/>
                  </a:lnTo>
                  <a:lnTo>
                    <a:pt x="242756" y="2926624"/>
                  </a:lnTo>
                  <a:lnTo>
                    <a:pt x="267031" y="2969641"/>
                  </a:lnTo>
                  <a:lnTo>
                    <a:pt x="292372" y="3012041"/>
                  </a:lnTo>
                  <a:lnTo>
                    <a:pt x="318673" y="3053663"/>
                  </a:lnTo>
                  <a:lnTo>
                    <a:pt x="345916" y="3094493"/>
                  </a:lnTo>
                  <a:lnTo>
                    <a:pt x="374082" y="3134522"/>
                  </a:lnTo>
                  <a:lnTo>
                    <a:pt x="403152" y="3173740"/>
                  </a:lnTo>
                  <a:lnTo>
                    <a:pt x="433108" y="3212134"/>
                  </a:lnTo>
                  <a:lnTo>
                    <a:pt x="463931" y="3249695"/>
                  </a:lnTo>
                  <a:lnTo>
                    <a:pt x="495602" y="3286412"/>
                  </a:lnTo>
                  <a:lnTo>
                    <a:pt x="528102" y="3322274"/>
                  </a:lnTo>
                  <a:lnTo>
                    <a:pt x="561412" y="3357270"/>
                  </a:lnTo>
                  <a:lnTo>
                    <a:pt x="595513" y="3391389"/>
                  </a:lnTo>
                  <a:lnTo>
                    <a:pt x="630387" y="3424621"/>
                  </a:lnTo>
                  <a:lnTo>
                    <a:pt x="666015" y="3456955"/>
                  </a:lnTo>
                  <a:lnTo>
                    <a:pt x="702378" y="3488381"/>
                  </a:lnTo>
                  <a:lnTo>
                    <a:pt x="739457" y="3518886"/>
                  </a:lnTo>
                  <a:lnTo>
                    <a:pt x="777234" y="3548462"/>
                  </a:lnTo>
                  <a:lnTo>
                    <a:pt x="815689" y="3577096"/>
                  </a:lnTo>
                  <a:lnTo>
                    <a:pt x="854804" y="3604779"/>
                  </a:lnTo>
                  <a:lnTo>
                    <a:pt x="894560" y="3631499"/>
                  </a:lnTo>
                  <a:lnTo>
                    <a:pt x="934938" y="3657245"/>
                  </a:lnTo>
                  <a:lnTo>
                    <a:pt x="975919" y="3682008"/>
                  </a:lnTo>
                  <a:lnTo>
                    <a:pt x="1017485" y="3705776"/>
                  </a:lnTo>
                  <a:lnTo>
                    <a:pt x="1059617" y="3728538"/>
                  </a:lnTo>
                  <a:lnTo>
                    <a:pt x="1102295" y="3750284"/>
                  </a:lnTo>
                  <a:lnTo>
                    <a:pt x="1145502" y="3771002"/>
                  </a:lnTo>
                  <a:lnTo>
                    <a:pt x="1189218" y="3790683"/>
                  </a:lnTo>
                  <a:lnTo>
                    <a:pt x="1233424" y="3809316"/>
                  </a:lnTo>
                  <a:lnTo>
                    <a:pt x="1278102" y="3826889"/>
                  </a:lnTo>
                  <a:lnTo>
                    <a:pt x="1323232" y="3843391"/>
                  </a:lnTo>
                  <a:lnTo>
                    <a:pt x="1368797" y="3858813"/>
                  </a:lnTo>
                  <a:lnTo>
                    <a:pt x="1414777" y="3873144"/>
                  </a:lnTo>
                  <a:lnTo>
                    <a:pt x="1461153" y="3886372"/>
                  </a:lnTo>
                  <a:lnTo>
                    <a:pt x="1507907" y="3898487"/>
                  </a:lnTo>
                  <a:lnTo>
                    <a:pt x="1555020" y="3909478"/>
                  </a:lnTo>
                  <a:lnTo>
                    <a:pt x="1602472" y="3919334"/>
                  </a:lnTo>
                  <a:lnTo>
                    <a:pt x="1650246" y="3928046"/>
                  </a:lnTo>
                  <a:lnTo>
                    <a:pt x="1698322" y="3935601"/>
                  </a:lnTo>
                  <a:lnTo>
                    <a:pt x="1746681" y="3941989"/>
                  </a:lnTo>
                  <a:lnTo>
                    <a:pt x="1795305" y="3947199"/>
                  </a:lnTo>
                  <a:lnTo>
                    <a:pt x="1844175" y="3951221"/>
                  </a:lnTo>
                  <a:lnTo>
                    <a:pt x="1893272" y="3954044"/>
                  </a:lnTo>
                  <a:lnTo>
                    <a:pt x="1942578" y="3955657"/>
                  </a:lnTo>
                  <a:lnTo>
                    <a:pt x="1992072" y="3956050"/>
                  </a:lnTo>
                  <a:lnTo>
                    <a:pt x="2041558" y="3955657"/>
                  </a:lnTo>
                  <a:lnTo>
                    <a:pt x="2090855" y="3954044"/>
                  </a:lnTo>
                  <a:lnTo>
                    <a:pt x="2139945" y="3951221"/>
                  </a:lnTo>
                  <a:lnTo>
                    <a:pt x="2188807" y="3947199"/>
                  </a:lnTo>
                  <a:lnTo>
                    <a:pt x="2237424" y="3941989"/>
                  </a:lnTo>
                  <a:lnTo>
                    <a:pt x="2285777" y="3935601"/>
                  </a:lnTo>
                  <a:lnTo>
                    <a:pt x="2333846" y="3928046"/>
                  </a:lnTo>
                  <a:lnTo>
                    <a:pt x="2381614" y="3919334"/>
                  </a:lnTo>
                  <a:lnTo>
                    <a:pt x="2429061" y="3909478"/>
                  </a:lnTo>
                  <a:lnTo>
                    <a:pt x="2476168" y="3898487"/>
                  </a:lnTo>
                  <a:lnTo>
                    <a:pt x="2522917" y="3886372"/>
                  </a:lnTo>
                  <a:lnTo>
                    <a:pt x="2569288" y="3873144"/>
                  </a:lnTo>
                  <a:lnTo>
                    <a:pt x="2615264" y="3858813"/>
                  </a:lnTo>
                  <a:lnTo>
                    <a:pt x="2660824" y="3843391"/>
                  </a:lnTo>
                  <a:lnTo>
                    <a:pt x="2705951" y="3826889"/>
                  </a:lnTo>
                  <a:lnTo>
                    <a:pt x="2750625" y="3809316"/>
                  </a:lnTo>
                  <a:lnTo>
                    <a:pt x="2794828" y="3790683"/>
                  </a:lnTo>
                  <a:lnTo>
                    <a:pt x="2838541" y="3771002"/>
                  </a:lnTo>
                  <a:lnTo>
                    <a:pt x="2881744" y="3750284"/>
                  </a:lnTo>
                  <a:lnTo>
                    <a:pt x="2924420" y="3728538"/>
                  </a:lnTo>
                  <a:lnTo>
                    <a:pt x="2966549" y="3705776"/>
                  </a:lnTo>
                  <a:lnTo>
                    <a:pt x="3008113" y="3682008"/>
                  </a:lnTo>
                  <a:lnTo>
                    <a:pt x="3049092" y="3657245"/>
                  </a:lnTo>
                  <a:lnTo>
                    <a:pt x="3089469" y="3631499"/>
                  </a:lnTo>
                  <a:lnTo>
                    <a:pt x="3129223" y="3604779"/>
                  </a:lnTo>
                  <a:lnTo>
                    <a:pt x="3168336" y="3577096"/>
                  </a:lnTo>
                  <a:lnTo>
                    <a:pt x="3206790" y="3548462"/>
                  </a:lnTo>
                  <a:lnTo>
                    <a:pt x="3244566" y="3518886"/>
                  </a:lnTo>
                  <a:lnTo>
                    <a:pt x="3281644" y="3488381"/>
                  </a:lnTo>
                  <a:lnTo>
                    <a:pt x="3318006" y="3456955"/>
                  </a:lnTo>
                  <a:lnTo>
                    <a:pt x="3353633" y="3424621"/>
                  </a:lnTo>
                  <a:lnTo>
                    <a:pt x="3388507" y="3391389"/>
                  </a:lnTo>
                  <a:lnTo>
                    <a:pt x="3422608" y="3357270"/>
                  </a:lnTo>
                  <a:lnTo>
                    <a:pt x="3455917" y="3322274"/>
                  </a:lnTo>
                  <a:lnTo>
                    <a:pt x="3488417" y="3286412"/>
                  </a:lnTo>
                  <a:lnTo>
                    <a:pt x="3520087" y="3249695"/>
                  </a:lnTo>
                  <a:lnTo>
                    <a:pt x="3550910" y="3212134"/>
                  </a:lnTo>
                  <a:lnTo>
                    <a:pt x="3580865" y="3173740"/>
                  </a:lnTo>
                  <a:lnTo>
                    <a:pt x="3609936" y="3134522"/>
                  </a:lnTo>
                  <a:lnTo>
                    <a:pt x="3638102" y="3094493"/>
                  </a:lnTo>
                  <a:lnTo>
                    <a:pt x="3665345" y="3053663"/>
                  </a:lnTo>
                  <a:lnTo>
                    <a:pt x="3691646" y="3012041"/>
                  </a:lnTo>
                  <a:lnTo>
                    <a:pt x="3716986" y="2969641"/>
                  </a:lnTo>
                  <a:lnTo>
                    <a:pt x="3741262" y="2926624"/>
                  </a:lnTo>
                  <a:lnTo>
                    <a:pt x="3764381" y="2883164"/>
                  </a:lnTo>
                  <a:lnTo>
                    <a:pt x="3786345" y="2839283"/>
                  </a:lnTo>
                  <a:lnTo>
                    <a:pt x="3807153" y="2795000"/>
                  </a:lnTo>
                  <a:lnTo>
                    <a:pt x="3826805" y="2750339"/>
                  </a:lnTo>
                  <a:lnTo>
                    <a:pt x="3845300" y="2705321"/>
                  </a:lnTo>
                  <a:lnTo>
                    <a:pt x="3862640" y="2659968"/>
                  </a:lnTo>
                  <a:lnTo>
                    <a:pt x="3878824" y="2614301"/>
                  </a:lnTo>
                  <a:lnTo>
                    <a:pt x="3893851" y="2568341"/>
                  </a:lnTo>
                  <a:lnTo>
                    <a:pt x="3907723" y="2522112"/>
                  </a:lnTo>
                  <a:lnTo>
                    <a:pt x="3920439" y="2475633"/>
                  </a:lnTo>
                  <a:lnTo>
                    <a:pt x="3931999" y="2428927"/>
                  </a:lnTo>
                  <a:lnTo>
                    <a:pt x="3942403" y="2382015"/>
                  </a:lnTo>
                  <a:lnTo>
                    <a:pt x="3951651" y="2334920"/>
                  </a:lnTo>
                  <a:lnTo>
                    <a:pt x="3959742" y="2287662"/>
                  </a:lnTo>
                  <a:lnTo>
                    <a:pt x="3966678" y="2240263"/>
                  </a:lnTo>
                  <a:lnTo>
                    <a:pt x="3972458" y="2192746"/>
                  </a:lnTo>
                  <a:lnTo>
                    <a:pt x="3977082" y="2145131"/>
                  </a:lnTo>
                  <a:lnTo>
                    <a:pt x="3980550" y="2097440"/>
                  </a:lnTo>
                  <a:lnTo>
                    <a:pt x="3982862" y="2049696"/>
                  </a:lnTo>
                  <a:lnTo>
                    <a:pt x="3984018" y="2001919"/>
                  </a:lnTo>
                  <a:lnTo>
                    <a:pt x="3984018" y="1954130"/>
                  </a:lnTo>
                  <a:lnTo>
                    <a:pt x="3982862" y="1906353"/>
                  </a:lnTo>
                  <a:lnTo>
                    <a:pt x="3980550" y="1858609"/>
                  </a:lnTo>
                  <a:lnTo>
                    <a:pt x="3977082" y="1810918"/>
                  </a:lnTo>
                  <a:lnTo>
                    <a:pt x="3972458" y="1763303"/>
                  </a:lnTo>
                  <a:lnTo>
                    <a:pt x="3966678" y="1715786"/>
                  </a:lnTo>
                  <a:lnTo>
                    <a:pt x="3959742" y="1668387"/>
                  </a:lnTo>
                  <a:lnTo>
                    <a:pt x="3951651" y="1621129"/>
                  </a:lnTo>
                  <a:lnTo>
                    <a:pt x="3942403" y="1574034"/>
                  </a:lnTo>
                  <a:lnTo>
                    <a:pt x="3931999" y="1527122"/>
                  </a:lnTo>
                  <a:lnTo>
                    <a:pt x="3920439" y="1480416"/>
                  </a:lnTo>
                  <a:lnTo>
                    <a:pt x="3907723" y="1433937"/>
                  </a:lnTo>
                  <a:lnTo>
                    <a:pt x="3893851" y="1387708"/>
                  </a:lnTo>
                  <a:lnTo>
                    <a:pt x="3878824" y="1341748"/>
                  </a:lnTo>
                  <a:lnTo>
                    <a:pt x="3862640" y="1296081"/>
                  </a:lnTo>
                  <a:lnTo>
                    <a:pt x="3845300" y="1250728"/>
                  </a:lnTo>
                  <a:lnTo>
                    <a:pt x="3826805" y="1205710"/>
                  </a:lnTo>
                  <a:lnTo>
                    <a:pt x="3807153" y="1161049"/>
                  </a:lnTo>
                  <a:lnTo>
                    <a:pt x="3786345" y="1116766"/>
                  </a:lnTo>
                  <a:lnTo>
                    <a:pt x="3764381" y="1072885"/>
                  </a:lnTo>
                  <a:lnTo>
                    <a:pt x="3741262" y="1029425"/>
                  </a:lnTo>
                  <a:lnTo>
                    <a:pt x="3716986" y="986409"/>
                  </a:lnTo>
                  <a:lnTo>
                    <a:pt x="3691646" y="944008"/>
                  </a:lnTo>
                  <a:lnTo>
                    <a:pt x="3665345" y="902386"/>
                  </a:lnTo>
                  <a:lnTo>
                    <a:pt x="3638102" y="861556"/>
                  </a:lnTo>
                  <a:lnTo>
                    <a:pt x="3609936" y="821527"/>
                  </a:lnTo>
                  <a:lnTo>
                    <a:pt x="3580865" y="782309"/>
                  </a:lnTo>
                  <a:lnTo>
                    <a:pt x="3550910" y="743915"/>
                  </a:lnTo>
                  <a:lnTo>
                    <a:pt x="3520087" y="706354"/>
                  </a:lnTo>
                  <a:lnTo>
                    <a:pt x="3488417" y="669637"/>
                  </a:lnTo>
                  <a:lnTo>
                    <a:pt x="3455917" y="633775"/>
                  </a:lnTo>
                  <a:lnTo>
                    <a:pt x="3422608" y="598779"/>
                  </a:lnTo>
                  <a:lnTo>
                    <a:pt x="3388507" y="564660"/>
                  </a:lnTo>
                  <a:lnTo>
                    <a:pt x="3353633" y="531428"/>
                  </a:lnTo>
                  <a:lnTo>
                    <a:pt x="3318006" y="499094"/>
                  </a:lnTo>
                  <a:lnTo>
                    <a:pt x="3281644" y="467668"/>
                  </a:lnTo>
                  <a:lnTo>
                    <a:pt x="3244566" y="437163"/>
                  </a:lnTo>
                  <a:lnTo>
                    <a:pt x="3206790" y="407587"/>
                  </a:lnTo>
                  <a:lnTo>
                    <a:pt x="3168336" y="378953"/>
                  </a:lnTo>
                  <a:lnTo>
                    <a:pt x="3129223" y="351270"/>
                  </a:lnTo>
                  <a:lnTo>
                    <a:pt x="3089469" y="324550"/>
                  </a:lnTo>
                  <a:lnTo>
                    <a:pt x="3049092" y="298804"/>
                  </a:lnTo>
                  <a:lnTo>
                    <a:pt x="3008113" y="274041"/>
                  </a:lnTo>
                  <a:lnTo>
                    <a:pt x="2966549" y="250273"/>
                  </a:lnTo>
                  <a:lnTo>
                    <a:pt x="2924420" y="227511"/>
                  </a:lnTo>
                  <a:lnTo>
                    <a:pt x="2881744" y="205765"/>
                  </a:lnTo>
                  <a:lnTo>
                    <a:pt x="2838541" y="185047"/>
                  </a:lnTo>
                  <a:lnTo>
                    <a:pt x="2794828" y="165366"/>
                  </a:lnTo>
                  <a:lnTo>
                    <a:pt x="2750625" y="146733"/>
                  </a:lnTo>
                  <a:lnTo>
                    <a:pt x="2705951" y="129160"/>
                  </a:lnTo>
                  <a:lnTo>
                    <a:pt x="2660824" y="112658"/>
                  </a:lnTo>
                  <a:lnTo>
                    <a:pt x="2615264" y="97236"/>
                  </a:lnTo>
                  <a:lnTo>
                    <a:pt x="2569288" y="82905"/>
                  </a:lnTo>
                  <a:lnTo>
                    <a:pt x="2522917" y="69677"/>
                  </a:lnTo>
                  <a:lnTo>
                    <a:pt x="2476168" y="57562"/>
                  </a:lnTo>
                  <a:lnTo>
                    <a:pt x="2429061" y="46571"/>
                  </a:lnTo>
                  <a:lnTo>
                    <a:pt x="2381614" y="36715"/>
                  </a:lnTo>
                  <a:lnTo>
                    <a:pt x="2333846" y="28003"/>
                  </a:lnTo>
                  <a:lnTo>
                    <a:pt x="2285777" y="20448"/>
                  </a:lnTo>
                  <a:lnTo>
                    <a:pt x="2237424" y="14060"/>
                  </a:lnTo>
                  <a:lnTo>
                    <a:pt x="2188807" y="8850"/>
                  </a:lnTo>
                  <a:lnTo>
                    <a:pt x="2139945" y="4828"/>
                  </a:lnTo>
                  <a:lnTo>
                    <a:pt x="2090855" y="2005"/>
                  </a:lnTo>
                  <a:lnTo>
                    <a:pt x="2041558" y="392"/>
                  </a:lnTo>
                  <a:lnTo>
                    <a:pt x="199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372" name="object 2">
            <a:extLst>
              <a:ext uri="{FF2B5EF4-FFF2-40B4-BE49-F238E27FC236}">
                <a16:creationId xmlns:a16="http://schemas.microsoft.com/office/drawing/2014/main" id="{3ECBE5A1-EEB1-3D96-7F7A-EB2899B81C07}"/>
              </a:ext>
            </a:extLst>
          </p:cNvPr>
          <p:cNvGrpSpPr/>
          <p:nvPr/>
        </p:nvGrpSpPr>
        <p:grpSpPr>
          <a:xfrm>
            <a:off x="6977240" y="2241286"/>
            <a:ext cx="1741642" cy="1750244"/>
            <a:chOff x="2101278" y="3089401"/>
            <a:chExt cx="4093718" cy="4070096"/>
          </a:xfrm>
        </p:grpSpPr>
        <p:pic>
          <p:nvPicPr>
            <p:cNvPr id="373" name="object 3">
              <a:extLst>
                <a:ext uri="{FF2B5EF4-FFF2-40B4-BE49-F238E27FC236}">
                  <a16:creationId xmlns:a16="http://schemas.microsoft.com/office/drawing/2014/main" id="{778A5A5C-F74A-DC74-8097-9D92DA033C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1278" y="3089401"/>
              <a:ext cx="4093718" cy="4070096"/>
            </a:xfrm>
            <a:prstGeom prst="rect">
              <a:avLst/>
            </a:prstGeom>
          </p:spPr>
        </p:pic>
        <p:sp>
          <p:nvSpPr>
            <p:cNvPr id="374" name="object 4">
              <a:extLst>
                <a:ext uri="{FF2B5EF4-FFF2-40B4-BE49-F238E27FC236}">
                  <a16:creationId xmlns:a16="http://schemas.microsoft.com/office/drawing/2014/main" id="{C3A28A03-B545-2181-8ACA-15138B7BC486}"/>
                </a:ext>
              </a:extLst>
            </p:cNvPr>
            <p:cNvSpPr/>
            <p:nvPr/>
          </p:nvSpPr>
          <p:spPr>
            <a:xfrm>
              <a:off x="2156128" y="3146424"/>
              <a:ext cx="3984625" cy="3956050"/>
            </a:xfrm>
            <a:custGeom>
              <a:avLst/>
              <a:gdLst/>
              <a:ahLst/>
              <a:cxnLst/>
              <a:rect l="l" t="t" r="r" b="b"/>
              <a:pathLst>
                <a:path w="3984625" h="3956050">
                  <a:moveTo>
                    <a:pt x="1992072" y="0"/>
                  </a:moveTo>
                  <a:lnTo>
                    <a:pt x="1942578" y="392"/>
                  </a:lnTo>
                  <a:lnTo>
                    <a:pt x="1893272" y="2005"/>
                  </a:lnTo>
                  <a:lnTo>
                    <a:pt x="1844175" y="4828"/>
                  </a:lnTo>
                  <a:lnTo>
                    <a:pt x="1795305" y="8850"/>
                  </a:lnTo>
                  <a:lnTo>
                    <a:pt x="1746681" y="14060"/>
                  </a:lnTo>
                  <a:lnTo>
                    <a:pt x="1698322" y="20448"/>
                  </a:lnTo>
                  <a:lnTo>
                    <a:pt x="1650246" y="28003"/>
                  </a:lnTo>
                  <a:lnTo>
                    <a:pt x="1602472" y="36715"/>
                  </a:lnTo>
                  <a:lnTo>
                    <a:pt x="1555020" y="46571"/>
                  </a:lnTo>
                  <a:lnTo>
                    <a:pt x="1507907" y="57562"/>
                  </a:lnTo>
                  <a:lnTo>
                    <a:pt x="1461153" y="69677"/>
                  </a:lnTo>
                  <a:lnTo>
                    <a:pt x="1414777" y="82905"/>
                  </a:lnTo>
                  <a:lnTo>
                    <a:pt x="1368797" y="97236"/>
                  </a:lnTo>
                  <a:lnTo>
                    <a:pt x="1323232" y="112658"/>
                  </a:lnTo>
                  <a:lnTo>
                    <a:pt x="1278102" y="129160"/>
                  </a:lnTo>
                  <a:lnTo>
                    <a:pt x="1233424" y="146733"/>
                  </a:lnTo>
                  <a:lnTo>
                    <a:pt x="1189218" y="165366"/>
                  </a:lnTo>
                  <a:lnTo>
                    <a:pt x="1145502" y="185047"/>
                  </a:lnTo>
                  <a:lnTo>
                    <a:pt x="1102295" y="205765"/>
                  </a:lnTo>
                  <a:lnTo>
                    <a:pt x="1059617" y="227511"/>
                  </a:lnTo>
                  <a:lnTo>
                    <a:pt x="1017485" y="250273"/>
                  </a:lnTo>
                  <a:lnTo>
                    <a:pt x="975919" y="274041"/>
                  </a:lnTo>
                  <a:lnTo>
                    <a:pt x="934938" y="298804"/>
                  </a:lnTo>
                  <a:lnTo>
                    <a:pt x="894560" y="324550"/>
                  </a:lnTo>
                  <a:lnTo>
                    <a:pt x="854804" y="351270"/>
                  </a:lnTo>
                  <a:lnTo>
                    <a:pt x="815689" y="378953"/>
                  </a:lnTo>
                  <a:lnTo>
                    <a:pt x="777234" y="407587"/>
                  </a:lnTo>
                  <a:lnTo>
                    <a:pt x="739457" y="437163"/>
                  </a:lnTo>
                  <a:lnTo>
                    <a:pt x="702378" y="467668"/>
                  </a:lnTo>
                  <a:lnTo>
                    <a:pt x="666015" y="499094"/>
                  </a:lnTo>
                  <a:lnTo>
                    <a:pt x="630387" y="531428"/>
                  </a:lnTo>
                  <a:lnTo>
                    <a:pt x="595513" y="564660"/>
                  </a:lnTo>
                  <a:lnTo>
                    <a:pt x="561412" y="598779"/>
                  </a:lnTo>
                  <a:lnTo>
                    <a:pt x="528102" y="633775"/>
                  </a:lnTo>
                  <a:lnTo>
                    <a:pt x="495602" y="669637"/>
                  </a:lnTo>
                  <a:lnTo>
                    <a:pt x="463931" y="706354"/>
                  </a:lnTo>
                  <a:lnTo>
                    <a:pt x="433108" y="743915"/>
                  </a:lnTo>
                  <a:lnTo>
                    <a:pt x="403152" y="782309"/>
                  </a:lnTo>
                  <a:lnTo>
                    <a:pt x="374082" y="821527"/>
                  </a:lnTo>
                  <a:lnTo>
                    <a:pt x="345916" y="861556"/>
                  </a:lnTo>
                  <a:lnTo>
                    <a:pt x="318673" y="902386"/>
                  </a:lnTo>
                  <a:lnTo>
                    <a:pt x="292372" y="944008"/>
                  </a:lnTo>
                  <a:lnTo>
                    <a:pt x="267031" y="986409"/>
                  </a:lnTo>
                  <a:lnTo>
                    <a:pt x="242756" y="1029425"/>
                  </a:lnTo>
                  <a:lnTo>
                    <a:pt x="219636" y="1072885"/>
                  </a:lnTo>
                  <a:lnTo>
                    <a:pt x="197672" y="1116766"/>
                  </a:lnTo>
                  <a:lnTo>
                    <a:pt x="176865" y="1161049"/>
                  </a:lnTo>
                  <a:lnTo>
                    <a:pt x="157213" y="1205710"/>
                  </a:lnTo>
                  <a:lnTo>
                    <a:pt x="138717" y="1250728"/>
                  </a:lnTo>
                  <a:lnTo>
                    <a:pt x="121378" y="1296081"/>
                  </a:lnTo>
                  <a:lnTo>
                    <a:pt x="105194" y="1341748"/>
                  </a:lnTo>
                  <a:lnTo>
                    <a:pt x="90166" y="1387708"/>
                  </a:lnTo>
                  <a:lnTo>
                    <a:pt x="76294" y="1433937"/>
                  </a:lnTo>
                  <a:lnTo>
                    <a:pt x="63578" y="1480416"/>
                  </a:lnTo>
                  <a:lnTo>
                    <a:pt x="52019" y="1527122"/>
                  </a:lnTo>
                  <a:lnTo>
                    <a:pt x="41615" y="1574034"/>
                  </a:lnTo>
                  <a:lnTo>
                    <a:pt x="32367" y="1621129"/>
                  </a:lnTo>
                  <a:lnTo>
                    <a:pt x="24275" y="1668387"/>
                  </a:lnTo>
                  <a:lnTo>
                    <a:pt x="17339" y="1715786"/>
                  </a:lnTo>
                  <a:lnTo>
                    <a:pt x="11559" y="1763303"/>
                  </a:lnTo>
                  <a:lnTo>
                    <a:pt x="6935" y="1810918"/>
                  </a:lnTo>
                  <a:lnTo>
                    <a:pt x="3467" y="1858609"/>
                  </a:lnTo>
                  <a:lnTo>
                    <a:pt x="1155" y="1906353"/>
                  </a:lnTo>
                  <a:lnTo>
                    <a:pt x="0" y="1954130"/>
                  </a:lnTo>
                  <a:lnTo>
                    <a:pt x="0" y="2001919"/>
                  </a:lnTo>
                  <a:lnTo>
                    <a:pt x="1155" y="2049696"/>
                  </a:lnTo>
                  <a:lnTo>
                    <a:pt x="3467" y="2097440"/>
                  </a:lnTo>
                  <a:lnTo>
                    <a:pt x="6935" y="2145131"/>
                  </a:lnTo>
                  <a:lnTo>
                    <a:pt x="11559" y="2192746"/>
                  </a:lnTo>
                  <a:lnTo>
                    <a:pt x="17339" y="2240263"/>
                  </a:lnTo>
                  <a:lnTo>
                    <a:pt x="24275" y="2287662"/>
                  </a:lnTo>
                  <a:lnTo>
                    <a:pt x="32367" y="2334920"/>
                  </a:lnTo>
                  <a:lnTo>
                    <a:pt x="41615" y="2382015"/>
                  </a:lnTo>
                  <a:lnTo>
                    <a:pt x="52019" y="2428927"/>
                  </a:lnTo>
                  <a:lnTo>
                    <a:pt x="63578" y="2475633"/>
                  </a:lnTo>
                  <a:lnTo>
                    <a:pt x="76294" y="2522112"/>
                  </a:lnTo>
                  <a:lnTo>
                    <a:pt x="90166" y="2568341"/>
                  </a:lnTo>
                  <a:lnTo>
                    <a:pt x="105194" y="2614301"/>
                  </a:lnTo>
                  <a:lnTo>
                    <a:pt x="121378" y="2659968"/>
                  </a:lnTo>
                  <a:lnTo>
                    <a:pt x="138717" y="2705321"/>
                  </a:lnTo>
                  <a:lnTo>
                    <a:pt x="157213" y="2750339"/>
                  </a:lnTo>
                  <a:lnTo>
                    <a:pt x="176865" y="2795000"/>
                  </a:lnTo>
                  <a:lnTo>
                    <a:pt x="197672" y="2839283"/>
                  </a:lnTo>
                  <a:lnTo>
                    <a:pt x="219636" y="2883164"/>
                  </a:lnTo>
                  <a:lnTo>
                    <a:pt x="242756" y="2926624"/>
                  </a:lnTo>
                  <a:lnTo>
                    <a:pt x="267031" y="2969641"/>
                  </a:lnTo>
                  <a:lnTo>
                    <a:pt x="292372" y="3012041"/>
                  </a:lnTo>
                  <a:lnTo>
                    <a:pt x="318673" y="3053663"/>
                  </a:lnTo>
                  <a:lnTo>
                    <a:pt x="345916" y="3094493"/>
                  </a:lnTo>
                  <a:lnTo>
                    <a:pt x="374082" y="3134522"/>
                  </a:lnTo>
                  <a:lnTo>
                    <a:pt x="403152" y="3173740"/>
                  </a:lnTo>
                  <a:lnTo>
                    <a:pt x="433108" y="3212134"/>
                  </a:lnTo>
                  <a:lnTo>
                    <a:pt x="463931" y="3249695"/>
                  </a:lnTo>
                  <a:lnTo>
                    <a:pt x="495602" y="3286412"/>
                  </a:lnTo>
                  <a:lnTo>
                    <a:pt x="528102" y="3322274"/>
                  </a:lnTo>
                  <a:lnTo>
                    <a:pt x="561412" y="3357270"/>
                  </a:lnTo>
                  <a:lnTo>
                    <a:pt x="595513" y="3391389"/>
                  </a:lnTo>
                  <a:lnTo>
                    <a:pt x="630387" y="3424621"/>
                  </a:lnTo>
                  <a:lnTo>
                    <a:pt x="666015" y="3456955"/>
                  </a:lnTo>
                  <a:lnTo>
                    <a:pt x="702378" y="3488381"/>
                  </a:lnTo>
                  <a:lnTo>
                    <a:pt x="739457" y="3518886"/>
                  </a:lnTo>
                  <a:lnTo>
                    <a:pt x="777234" y="3548462"/>
                  </a:lnTo>
                  <a:lnTo>
                    <a:pt x="815689" y="3577096"/>
                  </a:lnTo>
                  <a:lnTo>
                    <a:pt x="854804" y="3604779"/>
                  </a:lnTo>
                  <a:lnTo>
                    <a:pt x="894560" y="3631499"/>
                  </a:lnTo>
                  <a:lnTo>
                    <a:pt x="934938" y="3657245"/>
                  </a:lnTo>
                  <a:lnTo>
                    <a:pt x="975919" y="3682008"/>
                  </a:lnTo>
                  <a:lnTo>
                    <a:pt x="1017485" y="3705776"/>
                  </a:lnTo>
                  <a:lnTo>
                    <a:pt x="1059617" y="3728538"/>
                  </a:lnTo>
                  <a:lnTo>
                    <a:pt x="1102295" y="3750284"/>
                  </a:lnTo>
                  <a:lnTo>
                    <a:pt x="1145502" y="3771002"/>
                  </a:lnTo>
                  <a:lnTo>
                    <a:pt x="1189218" y="3790683"/>
                  </a:lnTo>
                  <a:lnTo>
                    <a:pt x="1233424" y="3809316"/>
                  </a:lnTo>
                  <a:lnTo>
                    <a:pt x="1278102" y="3826889"/>
                  </a:lnTo>
                  <a:lnTo>
                    <a:pt x="1323232" y="3843391"/>
                  </a:lnTo>
                  <a:lnTo>
                    <a:pt x="1368797" y="3858813"/>
                  </a:lnTo>
                  <a:lnTo>
                    <a:pt x="1414777" y="3873144"/>
                  </a:lnTo>
                  <a:lnTo>
                    <a:pt x="1461153" y="3886372"/>
                  </a:lnTo>
                  <a:lnTo>
                    <a:pt x="1507907" y="3898487"/>
                  </a:lnTo>
                  <a:lnTo>
                    <a:pt x="1555020" y="3909478"/>
                  </a:lnTo>
                  <a:lnTo>
                    <a:pt x="1602472" y="3919334"/>
                  </a:lnTo>
                  <a:lnTo>
                    <a:pt x="1650246" y="3928046"/>
                  </a:lnTo>
                  <a:lnTo>
                    <a:pt x="1698322" y="3935601"/>
                  </a:lnTo>
                  <a:lnTo>
                    <a:pt x="1746681" y="3941989"/>
                  </a:lnTo>
                  <a:lnTo>
                    <a:pt x="1795305" y="3947199"/>
                  </a:lnTo>
                  <a:lnTo>
                    <a:pt x="1844175" y="3951221"/>
                  </a:lnTo>
                  <a:lnTo>
                    <a:pt x="1893272" y="3954044"/>
                  </a:lnTo>
                  <a:lnTo>
                    <a:pt x="1942578" y="3955657"/>
                  </a:lnTo>
                  <a:lnTo>
                    <a:pt x="1992072" y="3956050"/>
                  </a:lnTo>
                  <a:lnTo>
                    <a:pt x="2041558" y="3955657"/>
                  </a:lnTo>
                  <a:lnTo>
                    <a:pt x="2090855" y="3954044"/>
                  </a:lnTo>
                  <a:lnTo>
                    <a:pt x="2139945" y="3951221"/>
                  </a:lnTo>
                  <a:lnTo>
                    <a:pt x="2188807" y="3947199"/>
                  </a:lnTo>
                  <a:lnTo>
                    <a:pt x="2237424" y="3941989"/>
                  </a:lnTo>
                  <a:lnTo>
                    <a:pt x="2285777" y="3935601"/>
                  </a:lnTo>
                  <a:lnTo>
                    <a:pt x="2333846" y="3928046"/>
                  </a:lnTo>
                  <a:lnTo>
                    <a:pt x="2381614" y="3919334"/>
                  </a:lnTo>
                  <a:lnTo>
                    <a:pt x="2429061" y="3909478"/>
                  </a:lnTo>
                  <a:lnTo>
                    <a:pt x="2476168" y="3898487"/>
                  </a:lnTo>
                  <a:lnTo>
                    <a:pt x="2522917" y="3886372"/>
                  </a:lnTo>
                  <a:lnTo>
                    <a:pt x="2569288" y="3873144"/>
                  </a:lnTo>
                  <a:lnTo>
                    <a:pt x="2615264" y="3858813"/>
                  </a:lnTo>
                  <a:lnTo>
                    <a:pt x="2660824" y="3843391"/>
                  </a:lnTo>
                  <a:lnTo>
                    <a:pt x="2705951" y="3826889"/>
                  </a:lnTo>
                  <a:lnTo>
                    <a:pt x="2750625" y="3809316"/>
                  </a:lnTo>
                  <a:lnTo>
                    <a:pt x="2794828" y="3790683"/>
                  </a:lnTo>
                  <a:lnTo>
                    <a:pt x="2838541" y="3771002"/>
                  </a:lnTo>
                  <a:lnTo>
                    <a:pt x="2881744" y="3750284"/>
                  </a:lnTo>
                  <a:lnTo>
                    <a:pt x="2924420" y="3728538"/>
                  </a:lnTo>
                  <a:lnTo>
                    <a:pt x="2966549" y="3705776"/>
                  </a:lnTo>
                  <a:lnTo>
                    <a:pt x="3008113" y="3682008"/>
                  </a:lnTo>
                  <a:lnTo>
                    <a:pt x="3049092" y="3657245"/>
                  </a:lnTo>
                  <a:lnTo>
                    <a:pt x="3089469" y="3631499"/>
                  </a:lnTo>
                  <a:lnTo>
                    <a:pt x="3129223" y="3604779"/>
                  </a:lnTo>
                  <a:lnTo>
                    <a:pt x="3168336" y="3577096"/>
                  </a:lnTo>
                  <a:lnTo>
                    <a:pt x="3206790" y="3548462"/>
                  </a:lnTo>
                  <a:lnTo>
                    <a:pt x="3244566" y="3518886"/>
                  </a:lnTo>
                  <a:lnTo>
                    <a:pt x="3281644" y="3488381"/>
                  </a:lnTo>
                  <a:lnTo>
                    <a:pt x="3318006" y="3456955"/>
                  </a:lnTo>
                  <a:lnTo>
                    <a:pt x="3353633" y="3424621"/>
                  </a:lnTo>
                  <a:lnTo>
                    <a:pt x="3388507" y="3391389"/>
                  </a:lnTo>
                  <a:lnTo>
                    <a:pt x="3422608" y="3357270"/>
                  </a:lnTo>
                  <a:lnTo>
                    <a:pt x="3455917" y="3322274"/>
                  </a:lnTo>
                  <a:lnTo>
                    <a:pt x="3488417" y="3286412"/>
                  </a:lnTo>
                  <a:lnTo>
                    <a:pt x="3520087" y="3249695"/>
                  </a:lnTo>
                  <a:lnTo>
                    <a:pt x="3550910" y="3212134"/>
                  </a:lnTo>
                  <a:lnTo>
                    <a:pt x="3580865" y="3173740"/>
                  </a:lnTo>
                  <a:lnTo>
                    <a:pt x="3609936" y="3134522"/>
                  </a:lnTo>
                  <a:lnTo>
                    <a:pt x="3638102" y="3094493"/>
                  </a:lnTo>
                  <a:lnTo>
                    <a:pt x="3665345" y="3053663"/>
                  </a:lnTo>
                  <a:lnTo>
                    <a:pt x="3691646" y="3012041"/>
                  </a:lnTo>
                  <a:lnTo>
                    <a:pt x="3716986" y="2969641"/>
                  </a:lnTo>
                  <a:lnTo>
                    <a:pt x="3741262" y="2926624"/>
                  </a:lnTo>
                  <a:lnTo>
                    <a:pt x="3764381" y="2883164"/>
                  </a:lnTo>
                  <a:lnTo>
                    <a:pt x="3786345" y="2839283"/>
                  </a:lnTo>
                  <a:lnTo>
                    <a:pt x="3807153" y="2795000"/>
                  </a:lnTo>
                  <a:lnTo>
                    <a:pt x="3826805" y="2750339"/>
                  </a:lnTo>
                  <a:lnTo>
                    <a:pt x="3845300" y="2705321"/>
                  </a:lnTo>
                  <a:lnTo>
                    <a:pt x="3862640" y="2659968"/>
                  </a:lnTo>
                  <a:lnTo>
                    <a:pt x="3878824" y="2614301"/>
                  </a:lnTo>
                  <a:lnTo>
                    <a:pt x="3893851" y="2568341"/>
                  </a:lnTo>
                  <a:lnTo>
                    <a:pt x="3907723" y="2522112"/>
                  </a:lnTo>
                  <a:lnTo>
                    <a:pt x="3920439" y="2475633"/>
                  </a:lnTo>
                  <a:lnTo>
                    <a:pt x="3931999" y="2428927"/>
                  </a:lnTo>
                  <a:lnTo>
                    <a:pt x="3942403" y="2382015"/>
                  </a:lnTo>
                  <a:lnTo>
                    <a:pt x="3951651" y="2334920"/>
                  </a:lnTo>
                  <a:lnTo>
                    <a:pt x="3959742" y="2287662"/>
                  </a:lnTo>
                  <a:lnTo>
                    <a:pt x="3966678" y="2240263"/>
                  </a:lnTo>
                  <a:lnTo>
                    <a:pt x="3972458" y="2192746"/>
                  </a:lnTo>
                  <a:lnTo>
                    <a:pt x="3977082" y="2145131"/>
                  </a:lnTo>
                  <a:lnTo>
                    <a:pt x="3980550" y="2097440"/>
                  </a:lnTo>
                  <a:lnTo>
                    <a:pt x="3982862" y="2049696"/>
                  </a:lnTo>
                  <a:lnTo>
                    <a:pt x="3984018" y="2001919"/>
                  </a:lnTo>
                  <a:lnTo>
                    <a:pt x="3984018" y="1954130"/>
                  </a:lnTo>
                  <a:lnTo>
                    <a:pt x="3982862" y="1906353"/>
                  </a:lnTo>
                  <a:lnTo>
                    <a:pt x="3980550" y="1858609"/>
                  </a:lnTo>
                  <a:lnTo>
                    <a:pt x="3977082" y="1810918"/>
                  </a:lnTo>
                  <a:lnTo>
                    <a:pt x="3972458" y="1763303"/>
                  </a:lnTo>
                  <a:lnTo>
                    <a:pt x="3966678" y="1715786"/>
                  </a:lnTo>
                  <a:lnTo>
                    <a:pt x="3959742" y="1668387"/>
                  </a:lnTo>
                  <a:lnTo>
                    <a:pt x="3951651" y="1621129"/>
                  </a:lnTo>
                  <a:lnTo>
                    <a:pt x="3942403" y="1574034"/>
                  </a:lnTo>
                  <a:lnTo>
                    <a:pt x="3931999" y="1527122"/>
                  </a:lnTo>
                  <a:lnTo>
                    <a:pt x="3920439" y="1480416"/>
                  </a:lnTo>
                  <a:lnTo>
                    <a:pt x="3907723" y="1433937"/>
                  </a:lnTo>
                  <a:lnTo>
                    <a:pt x="3893851" y="1387708"/>
                  </a:lnTo>
                  <a:lnTo>
                    <a:pt x="3878824" y="1341748"/>
                  </a:lnTo>
                  <a:lnTo>
                    <a:pt x="3862640" y="1296081"/>
                  </a:lnTo>
                  <a:lnTo>
                    <a:pt x="3845300" y="1250728"/>
                  </a:lnTo>
                  <a:lnTo>
                    <a:pt x="3826805" y="1205710"/>
                  </a:lnTo>
                  <a:lnTo>
                    <a:pt x="3807153" y="1161049"/>
                  </a:lnTo>
                  <a:lnTo>
                    <a:pt x="3786345" y="1116766"/>
                  </a:lnTo>
                  <a:lnTo>
                    <a:pt x="3764381" y="1072885"/>
                  </a:lnTo>
                  <a:lnTo>
                    <a:pt x="3741262" y="1029425"/>
                  </a:lnTo>
                  <a:lnTo>
                    <a:pt x="3716986" y="986409"/>
                  </a:lnTo>
                  <a:lnTo>
                    <a:pt x="3691646" y="944008"/>
                  </a:lnTo>
                  <a:lnTo>
                    <a:pt x="3665345" y="902386"/>
                  </a:lnTo>
                  <a:lnTo>
                    <a:pt x="3638102" y="861556"/>
                  </a:lnTo>
                  <a:lnTo>
                    <a:pt x="3609936" y="821527"/>
                  </a:lnTo>
                  <a:lnTo>
                    <a:pt x="3580865" y="782309"/>
                  </a:lnTo>
                  <a:lnTo>
                    <a:pt x="3550910" y="743915"/>
                  </a:lnTo>
                  <a:lnTo>
                    <a:pt x="3520087" y="706354"/>
                  </a:lnTo>
                  <a:lnTo>
                    <a:pt x="3488417" y="669637"/>
                  </a:lnTo>
                  <a:lnTo>
                    <a:pt x="3455917" y="633775"/>
                  </a:lnTo>
                  <a:lnTo>
                    <a:pt x="3422608" y="598779"/>
                  </a:lnTo>
                  <a:lnTo>
                    <a:pt x="3388507" y="564660"/>
                  </a:lnTo>
                  <a:lnTo>
                    <a:pt x="3353633" y="531428"/>
                  </a:lnTo>
                  <a:lnTo>
                    <a:pt x="3318006" y="499094"/>
                  </a:lnTo>
                  <a:lnTo>
                    <a:pt x="3281644" y="467668"/>
                  </a:lnTo>
                  <a:lnTo>
                    <a:pt x="3244566" y="437163"/>
                  </a:lnTo>
                  <a:lnTo>
                    <a:pt x="3206790" y="407587"/>
                  </a:lnTo>
                  <a:lnTo>
                    <a:pt x="3168336" y="378953"/>
                  </a:lnTo>
                  <a:lnTo>
                    <a:pt x="3129223" y="351270"/>
                  </a:lnTo>
                  <a:lnTo>
                    <a:pt x="3089469" y="324550"/>
                  </a:lnTo>
                  <a:lnTo>
                    <a:pt x="3049092" y="298804"/>
                  </a:lnTo>
                  <a:lnTo>
                    <a:pt x="3008113" y="274041"/>
                  </a:lnTo>
                  <a:lnTo>
                    <a:pt x="2966549" y="250273"/>
                  </a:lnTo>
                  <a:lnTo>
                    <a:pt x="2924420" y="227511"/>
                  </a:lnTo>
                  <a:lnTo>
                    <a:pt x="2881744" y="205765"/>
                  </a:lnTo>
                  <a:lnTo>
                    <a:pt x="2838541" y="185047"/>
                  </a:lnTo>
                  <a:lnTo>
                    <a:pt x="2794828" y="165366"/>
                  </a:lnTo>
                  <a:lnTo>
                    <a:pt x="2750625" y="146733"/>
                  </a:lnTo>
                  <a:lnTo>
                    <a:pt x="2705951" y="129160"/>
                  </a:lnTo>
                  <a:lnTo>
                    <a:pt x="2660824" y="112658"/>
                  </a:lnTo>
                  <a:lnTo>
                    <a:pt x="2615264" y="97236"/>
                  </a:lnTo>
                  <a:lnTo>
                    <a:pt x="2569288" y="82905"/>
                  </a:lnTo>
                  <a:lnTo>
                    <a:pt x="2522917" y="69677"/>
                  </a:lnTo>
                  <a:lnTo>
                    <a:pt x="2476168" y="57562"/>
                  </a:lnTo>
                  <a:lnTo>
                    <a:pt x="2429061" y="46571"/>
                  </a:lnTo>
                  <a:lnTo>
                    <a:pt x="2381614" y="36715"/>
                  </a:lnTo>
                  <a:lnTo>
                    <a:pt x="2333846" y="28003"/>
                  </a:lnTo>
                  <a:lnTo>
                    <a:pt x="2285777" y="20448"/>
                  </a:lnTo>
                  <a:lnTo>
                    <a:pt x="2237424" y="14060"/>
                  </a:lnTo>
                  <a:lnTo>
                    <a:pt x="2188807" y="8850"/>
                  </a:lnTo>
                  <a:lnTo>
                    <a:pt x="2139945" y="4828"/>
                  </a:lnTo>
                  <a:lnTo>
                    <a:pt x="2090855" y="2005"/>
                  </a:lnTo>
                  <a:lnTo>
                    <a:pt x="2041558" y="392"/>
                  </a:lnTo>
                  <a:lnTo>
                    <a:pt x="199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76" name="TextBox 375">
            <a:extLst>
              <a:ext uri="{FF2B5EF4-FFF2-40B4-BE49-F238E27FC236}">
                <a16:creationId xmlns:a16="http://schemas.microsoft.com/office/drawing/2014/main" id="{206D0BA0-4E74-35BC-9095-7C640A9CD7D6}"/>
              </a:ext>
            </a:extLst>
          </p:cNvPr>
          <p:cNvSpPr txBox="1"/>
          <p:nvPr/>
        </p:nvSpPr>
        <p:spPr>
          <a:xfrm>
            <a:off x="6911746" y="4405194"/>
            <a:ext cx="18726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00" dirty="0">
                <a:solidFill>
                  <a:schemeClr val="tx1"/>
                </a:solidFill>
              </a:rPr>
              <a:t>Студент группы</a:t>
            </a:r>
            <a:r>
              <a:rPr lang="en-US" sz="1300" dirty="0">
                <a:solidFill>
                  <a:schemeClr val="tx1"/>
                </a:solidFill>
              </a:rPr>
              <a:t>: 4408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54F11B43-E8DD-4803-3860-9CA8AD5816C4}"/>
              </a:ext>
            </a:extLst>
          </p:cNvPr>
          <p:cNvSpPr txBox="1"/>
          <p:nvPr/>
        </p:nvSpPr>
        <p:spPr>
          <a:xfrm>
            <a:off x="2613395" y="4405194"/>
            <a:ext cx="18726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00" dirty="0">
                <a:solidFill>
                  <a:schemeClr val="tx1"/>
                </a:solidFill>
              </a:rPr>
              <a:t>Студент группы</a:t>
            </a:r>
            <a:r>
              <a:rPr lang="en-US" sz="1300" dirty="0">
                <a:solidFill>
                  <a:schemeClr val="tx1"/>
                </a:solidFill>
              </a:rPr>
              <a:t>: 4404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3AA2401D-2C30-09AA-D8ED-B2C85B50F62C}"/>
              </a:ext>
            </a:extLst>
          </p:cNvPr>
          <p:cNvSpPr txBox="1"/>
          <p:nvPr/>
        </p:nvSpPr>
        <p:spPr>
          <a:xfrm>
            <a:off x="4780264" y="4405194"/>
            <a:ext cx="18726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00" dirty="0">
                <a:solidFill>
                  <a:schemeClr val="tx1"/>
                </a:solidFill>
              </a:rPr>
              <a:t>Студент группы</a:t>
            </a:r>
            <a:r>
              <a:rPr lang="en-US" sz="1300" dirty="0">
                <a:solidFill>
                  <a:schemeClr val="tx1"/>
                </a:solidFill>
              </a:rPr>
              <a:t>: 4406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FBDCB84B-FF19-26EF-953E-2EFA93F2CA24}"/>
              </a:ext>
            </a:extLst>
          </p:cNvPr>
          <p:cNvSpPr txBox="1"/>
          <p:nvPr/>
        </p:nvSpPr>
        <p:spPr>
          <a:xfrm>
            <a:off x="482354" y="4405194"/>
            <a:ext cx="18726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00" dirty="0">
                <a:solidFill>
                  <a:schemeClr val="tx1"/>
                </a:solidFill>
              </a:rPr>
              <a:t>Студент группы</a:t>
            </a:r>
            <a:r>
              <a:rPr lang="en-US" sz="1300" dirty="0">
                <a:solidFill>
                  <a:schemeClr val="tx1"/>
                </a:solidFill>
              </a:rPr>
              <a:t>: 4408</a:t>
            </a:r>
          </a:p>
        </p:txBody>
      </p:sp>
      <p:pic>
        <p:nvPicPr>
          <p:cNvPr id="381" name="Picture 380">
            <a:extLst>
              <a:ext uri="{FF2B5EF4-FFF2-40B4-BE49-F238E27FC236}">
                <a16:creationId xmlns:a16="http://schemas.microsoft.com/office/drawing/2014/main" id="{BECD500E-DB68-A553-D722-E7BE3ACBB0F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729329" y="2245919"/>
            <a:ext cx="1695600" cy="1695600"/>
          </a:xfrm>
          <a:prstGeom prst="ellipse">
            <a:avLst/>
          </a:prstGeom>
        </p:spPr>
      </p:pic>
      <p:pic>
        <p:nvPicPr>
          <p:cNvPr id="382" name="Picture 381">
            <a:extLst>
              <a:ext uri="{FF2B5EF4-FFF2-40B4-BE49-F238E27FC236}">
                <a16:creationId xmlns:a16="http://schemas.microsoft.com/office/drawing/2014/main" id="{32681062-AD81-8219-952A-0A022AD245F3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871308" y="2264923"/>
            <a:ext cx="1695600" cy="1695600"/>
          </a:xfrm>
          <a:prstGeom prst="ellipse">
            <a:avLst/>
          </a:prstGeom>
        </p:spPr>
      </p:pic>
      <p:pic>
        <p:nvPicPr>
          <p:cNvPr id="385" name="Picture 384">
            <a:extLst>
              <a:ext uri="{FF2B5EF4-FFF2-40B4-BE49-F238E27FC236}">
                <a16:creationId xmlns:a16="http://schemas.microsoft.com/office/drawing/2014/main" id="{618E855A-3CE1-9337-FF96-F157FF9856C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002971" y="2265303"/>
            <a:ext cx="1695600" cy="1706400"/>
          </a:xfrm>
          <a:prstGeom prst="ellipse">
            <a:avLst/>
          </a:prstGeom>
        </p:spPr>
      </p:pic>
      <p:sp>
        <p:nvSpPr>
          <p:cNvPr id="366" name="Google Shape;366;p29"/>
          <p:cNvSpPr txBox="1">
            <a:spLocks noGrp="1"/>
          </p:cNvSpPr>
          <p:nvPr>
            <p:ph type="ctrTitle"/>
          </p:nvPr>
        </p:nvSpPr>
        <p:spPr>
          <a:xfrm>
            <a:off x="338298" y="963496"/>
            <a:ext cx="8709183" cy="8266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«</a:t>
            </a:r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ru-RU" dirty="0" err="1">
                <a:solidFill>
                  <a:schemeClr val="tx1"/>
                </a:solidFill>
              </a:rPr>
              <a:t>квозь</a:t>
            </a:r>
            <a:r>
              <a:rPr lang="ru-RU" dirty="0">
                <a:solidFill>
                  <a:schemeClr val="tx1"/>
                </a:solidFill>
              </a:rPr>
              <a:t> Вольты и Омы»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Векторные дамасской бесшовные фоном шаблон. Классический роскошный старомодный дамасский орнамент, королевская викторианская бесшовная текстура для обоев, текстиль, упаковка. Изысканный цветочный шаблон в стиле барокко.">
            <a:extLst>
              <a:ext uri="{FF2B5EF4-FFF2-40B4-BE49-F238E27FC236}">
                <a16:creationId xmlns:a16="http://schemas.microsoft.com/office/drawing/2014/main" id="{5C9C9BD7-6FE2-E59A-5641-F39541ACAA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00250" y="0"/>
            <a:ext cx="51435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Векторные дамасской бесшовные фоном шаблон. Классический роскошный старомодный дамасский орнамент, королевская викторианская бесшовная текстура для обоев, текстиль, упаковка. Изысканный цветочный шаблон в стиле барокко.">
            <a:extLst>
              <a:ext uri="{FF2B5EF4-FFF2-40B4-BE49-F238E27FC236}">
                <a16:creationId xmlns:a16="http://schemas.microsoft.com/office/drawing/2014/main" id="{530643B0-F85F-1586-FDB4-55334799E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2650" y="152400"/>
            <a:ext cx="51435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5273C897-005C-00E4-AB27-0DB48D9DD4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-751562"/>
            <a:ext cx="3475712" cy="347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Picture background">
            <a:extLst>
              <a:ext uri="{FF2B5EF4-FFF2-40B4-BE49-F238E27FC236}">
                <a16:creationId xmlns:a16="http://schemas.microsoft.com/office/drawing/2014/main" id="{CAF8B4A9-36FA-7D13-59F8-0A299BC21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81397" y="-13296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Picture background">
            <a:extLst>
              <a:ext uri="{FF2B5EF4-FFF2-40B4-BE49-F238E27FC236}">
                <a16:creationId xmlns:a16="http://schemas.microsoft.com/office/drawing/2014/main" id="{5D2AAFD0-55AF-2F3D-2AB8-2E5E28517B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915299" cy="291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2" descr="Picture background">
            <a:extLst>
              <a:ext uri="{FF2B5EF4-FFF2-40B4-BE49-F238E27FC236}">
                <a16:creationId xmlns:a16="http://schemas.microsoft.com/office/drawing/2014/main" id="{C9555B6E-1076-100C-06E3-C474E84225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129680" cy="312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Рисунок 17">
            <a:extLst>
              <a:ext uri="{FF2B5EF4-FFF2-40B4-BE49-F238E27FC236}">
                <a16:creationId xmlns:a16="http://schemas.microsoft.com/office/drawing/2014/main" id="{642B7452-5DA2-9D73-3DA9-F15AC429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</p:spPr>
      </p:pic>
      <p:sp>
        <p:nvSpPr>
          <p:cNvPr id="15" name="AutoShape 2" descr="Векторные дамасской бесшовные фоном шаблон. Классический роскошный старомодный дамасский орнамент, королевская викторианская бесшовная текстура для обоев, текстиль, упаковка. Изысканный цветочный шаблон в стиле барокко.">
            <a:extLst>
              <a:ext uri="{FF2B5EF4-FFF2-40B4-BE49-F238E27FC236}">
                <a16:creationId xmlns:a16="http://schemas.microsoft.com/office/drawing/2014/main" id="{3E4F75E5-55CC-DC17-6A1C-24476EB6AD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67000" y="-2047721"/>
            <a:ext cx="7920488" cy="792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CBABCC-D1AB-B9A2-6A75-E588AB745A7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0" y="-21835"/>
            <a:ext cx="9144000" cy="53177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E8C0BF-3D06-669D-CDD9-56351B38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162578"/>
            <a:ext cx="7704000" cy="1123145"/>
          </a:xfrm>
        </p:spPr>
        <p:txBody>
          <a:bodyPr/>
          <a:lstStyle/>
          <a:p>
            <a:r>
              <a:rPr lang="ru-RU" dirty="0"/>
              <a:t>История патентов и изобретений преподавателей и работников ЛЭТИ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507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01FA6-4648-3504-A9C5-11DB5F036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35" y="160110"/>
            <a:ext cx="7832329" cy="572700"/>
          </a:xfrm>
        </p:spPr>
        <p:txBody>
          <a:bodyPr/>
          <a:lstStyle/>
          <a:p>
            <a:r>
              <a:rPr lang="ru-RU" dirty="0"/>
              <a:t>Приёмник телефонный А.С Попова (1989)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EC428-62BC-D1AA-E19D-2E7B19AD5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91" y="1106237"/>
            <a:ext cx="4883332" cy="3662499"/>
          </a:xfrm>
          <a:prstGeom prst="round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0F61D-D8E3-E526-E118-CB6295371A0E}"/>
              </a:ext>
            </a:extLst>
          </p:cNvPr>
          <p:cNvSpPr txBox="1"/>
          <p:nvPr/>
        </p:nvSpPr>
        <p:spPr>
          <a:xfrm>
            <a:off x="5848657" y="1106237"/>
            <a:ext cx="276965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• Первый детекторный приёмник, работающий без встряхивания когерера.</a:t>
            </a:r>
          </a:p>
          <a:p>
            <a:pPr algn="l"/>
            <a:endParaRPr lang="ru-RU" sz="1600" b="0" i="0" u="none" strike="noStrike" dirty="0">
              <a:solidFill>
                <a:srgbClr val="F8FAFF"/>
              </a:solidFill>
              <a:effectLst/>
              <a:latin typeface="Cambria" panose="02040503050406030204" pitchFamily="18" charset="0"/>
            </a:endParaRPr>
          </a:p>
          <a:p>
            <a:pPr algn="l"/>
            <a:r>
              <a:rPr lang="ru-RU" sz="1600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• Использовал полупроводниковый элемент — «чувствительную трубку» (прообраз диода).</a:t>
            </a:r>
          </a:p>
          <a:p>
            <a:pPr algn="l"/>
            <a:endParaRPr lang="ru-RU" sz="1600" dirty="0">
              <a:solidFill>
                <a:srgbClr val="F8FAFF"/>
              </a:solidFill>
              <a:latin typeface="Cambria" panose="02040503050406030204" pitchFamily="18" charset="0"/>
            </a:endParaRPr>
          </a:p>
          <a:p>
            <a:r>
              <a:rPr lang="ru-RU" sz="1600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• Запатентован в 7 странах.</a:t>
            </a:r>
          </a:p>
          <a:p>
            <a:pPr algn="l"/>
            <a:endParaRPr lang="ru-RU" sz="1600" b="0" i="0" u="none" strike="noStrike" dirty="0">
              <a:solidFill>
                <a:srgbClr val="F8FAFF"/>
              </a:solidFill>
              <a:effectLst/>
              <a:latin typeface="Cambria" panose="02040503050406030204" pitchFamily="18" charset="0"/>
            </a:endParaRPr>
          </a:p>
          <a:p>
            <a:pPr algn="l"/>
            <a:r>
              <a:rPr lang="ru-RU" sz="1600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• Практическое использование в морской связи.</a:t>
            </a:r>
          </a:p>
          <a:p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Silom" pitchFamily="2" charset="-34"/>
              <a:cs typeface="Silom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7919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F453-4E0F-FE17-00ED-FED510669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165" y="171850"/>
            <a:ext cx="9314329" cy="464646"/>
          </a:xfrm>
        </p:spPr>
        <p:txBody>
          <a:bodyPr/>
          <a:lstStyle/>
          <a:p>
            <a:r>
              <a:rPr lang="ru-RU" sz="2600" dirty="0"/>
              <a:t>Ультразвуковой дефектоскоп С.Я. Соколова (1928)</a:t>
            </a: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DBA801-0C85-96C8-0141-BC057B585C0A}"/>
              </a:ext>
            </a:extLst>
          </p:cNvPr>
          <p:cNvSpPr txBox="1"/>
          <p:nvPr/>
        </p:nvSpPr>
        <p:spPr>
          <a:xfrm>
            <a:off x="6069106" y="946917"/>
            <a:ext cx="29224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• </a:t>
            </a:r>
            <a:r>
              <a:rPr lang="ru-RU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Первый в мире метод ультразвуковой дефектоскопии металлов.</a:t>
            </a:r>
          </a:p>
          <a:p>
            <a:pPr algn="l"/>
            <a:endParaRPr lang="ru-RU" sz="1400" b="0" i="0" u="none" strike="noStrike" dirty="0">
              <a:solidFill>
                <a:srgbClr val="F8FAFF"/>
              </a:solidFill>
              <a:effectLst/>
              <a:latin typeface="Cambria" panose="02040503050406030204" pitchFamily="18" charset="0"/>
            </a:endParaRPr>
          </a:p>
          <a:p>
            <a:r>
              <a:rPr lang="ru-RU" sz="1400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• </a:t>
            </a:r>
            <a:r>
              <a:rPr lang="ru-RU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Позволял обнаруживать внутренние дефекты без разрушения материала.</a:t>
            </a:r>
            <a:endParaRPr lang="ru-RU" sz="1400" b="0" i="0" u="none" strike="noStrike" dirty="0">
              <a:solidFill>
                <a:srgbClr val="F8FAFF"/>
              </a:solidFill>
              <a:effectLst/>
              <a:latin typeface="Cambria" panose="02040503050406030204" pitchFamily="18" charset="0"/>
            </a:endParaRPr>
          </a:p>
          <a:p>
            <a:pPr algn="l"/>
            <a:endParaRPr lang="ru-RU" sz="1400" dirty="0">
              <a:solidFill>
                <a:srgbClr val="F8FAFF"/>
              </a:solidFill>
              <a:latin typeface="Cambria" panose="02040503050406030204" pitchFamily="18" charset="0"/>
            </a:endParaRPr>
          </a:p>
          <a:p>
            <a:pPr algn="l"/>
            <a:r>
              <a:rPr lang="ru-RU" sz="1400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• </a:t>
            </a:r>
            <a:r>
              <a:rPr lang="ru-RU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Основывался на явлении отражения ультразвуковых волн от неоднородностей.</a:t>
            </a:r>
          </a:p>
          <a:p>
            <a:pPr algn="l"/>
            <a:endParaRPr lang="ru-RU" sz="1400" b="0" i="0" u="none" strike="noStrike" dirty="0">
              <a:solidFill>
                <a:srgbClr val="F8FAFF"/>
              </a:solidFill>
              <a:effectLst/>
              <a:latin typeface="Cambria" panose="02040503050406030204" pitchFamily="18" charset="0"/>
            </a:endParaRPr>
          </a:p>
          <a:p>
            <a:pPr algn="l"/>
            <a:r>
              <a:rPr lang="ru-RU" sz="1400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• Практическое использование в морской связи.</a:t>
            </a:r>
          </a:p>
          <a:p>
            <a:pPr algn="l"/>
            <a:endParaRPr lang="ru-RU" sz="1400" b="0" i="0" u="none" strike="noStrike" dirty="0">
              <a:solidFill>
                <a:srgbClr val="F8FAFF"/>
              </a:solidFill>
              <a:effectLst/>
              <a:latin typeface="Cambria" panose="02040503050406030204" pitchFamily="18" charset="0"/>
            </a:endParaRPr>
          </a:p>
          <a:p>
            <a:r>
              <a:rPr lang="ru-RU" sz="1400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• </a:t>
            </a:r>
            <a:r>
              <a:rPr lang="ru-RU" b="0" i="0" u="none" strike="noStrike" dirty="0">
                <a:solidFill>
                  <a:srgbClr val="F8FAFF"/>
                </a:solidFill>
                <a:effectLst/>
                <a:latin typeface="Cambria" panose="02040503050406030204" pitchFamily="18" charset="0"/>
              </a:rPr>
              <a:t>Применялся в оборонной промышленности, судостроении, атомных проектах.</a:t>
            </a:r>
          </a:p>
          <a:p>
            <a:pPr algn="l"/>
            <a:endParaRPr lang="ru-RU" sz="1400" b="0" i="0" u="none" strike="noStrike" dirty="0">
              <a:solidFill>
                <a:srgbClr val="F8FAFF"/>
              </a:solidFill>
              <a:effectLst/>
              <a:latin typeface="Cambria" panose="02040503050406030204" pitchFamily="18" charset="0"/>
            </a:endParaRPr>
          </a:p>
          <a:p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Silom" pitchFamily="2" charset="-34"/>
              <a:cs typeface="Silom" pitchFamily="2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45265-A5BE-C688-E853-41D63FC00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52" y="1100850"/>
            <a:ext cx="5250128" cy="366249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3894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FD4E-7C95-FDC4-056F-418973B07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293216"/>
            <a:ext cx="7896462" cy="572700"/>
          </a:xfrm>
        </p:spPr>
        <p:txBody>
          <a:bodyPr/>
          <a:lstStyle/>
          <a:p>
            <a:r>
              <a:rPr lang="ru-RU" dirty="0"/>
              <a:t>Посещение Музея-лаборатории А.С. Попова</a:t>
            </a:r>
            <a:br>
              <a:rPr lang="ru-RU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E992A5-8201-CD3D-6D6E-AF78A3C81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9" y="1633490"/>
            <a:ext cx="4142699" cy="2333504"/>
          </a:xfrm>
          <a:prstGeom prst="round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161E09-C499-D4B9-BF74-9445BF108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43" y="1633490"/>
            <a:ext cx="4142697" cy="233350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18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6D429A-1F1A-5C59-2B15-9971D9077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829" y="650128"/>
            <a:ext cx="2240991" cy="3978459"/>
          </a:xfrm>
          <a:prstGeom prst="round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883E02-6648-F6E6-EF0E-02BBED5F5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80" y="650128"/>
            <a:ext cx="2240991" cy="3978459"/>
          </a:xfrm>
          <a:prstGeom prst="round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40362F-9E0E-6549-0B4A-5AAE86B18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077" y="650128"/>
            <a:ext cx="2983845" cy="397845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2686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720025-854A-2271-B487-38166E208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89" y="233056"/>
            <a:ext cx="8303822" cy="4677387"/>
          </a:xfrm>
          <a:prstGeom prst="flowChartAlternateProcess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97A0DE-FAFB-A9E5-6582-BEE983E45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033" y="2074994"/>
            <a:ext cx="333931" cy="4422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B48E39-324B-6D36-04C2-41CCE1D8C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250" y="2484665"/>
            <a:ext cx="152400" cy="9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41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29F0B2-2547-9D7F-C941-F68CE161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-47647"/>
            <a:ext cx="7704000" cy="609601"/>
          </a:xfrm>
        </p:spPr>
        <p:txBody>
          <a:bodyPr/>
          <a:lstStyle/>
          <a:p>
            <a:r>
              <a:rPr lang="ru-RU" sz="3600" dirty="0"/>
              <a:t>Техническое задание</a:t>
            </a:r>
            <a:endParaRPr lang="en-US" sz="3600" dirty="0"/>
          </a:p>
        </p:txBody>
      </p:sp>
      <p:pic>
        <p:nvPicPr>
          <p:cNvPr id="6" name="Content Placeholder 11">
            <a:extLst>
              <a:ext uri="{FF2B5EF4-FFF2-40B4-BE49-F238E27FC236}">
                <a16:creationId xmlns:a16="http://schemas.microsoft.com/office/drawing/2014/main" id="{E826E060-51D7-20E7-9F2C-EFA7223C4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640" y="754994"/>
            <a:ext cx="6928720" cy="4132264"/>
          </a:xfrm>
          <a:prstGeom prst="roundRect">
            <a:avLst/>
          </a:prstGeom>
          <a:effectLst>
            <a:glow rad="98410">
              <a:schemeClr val="tx1">
                <a:alpha val="19000"/>
              </a:schemeClr>
            </a:glo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"/>
          <p:cNvSpPr/>
          <p:nvPr/>
        </p:nvSpPr>
        <p:spPr>
          <a:xfrm>
            <a:off x="1255644" y="1560179"/>
            <a:ext cx="1044900" cy="1044900"/>
          </a:xfrm>
          <a:prstGeom prst="ellipse">
            <a:avLst/>
          </a:prstGeom>
          <a:gradFill flip="none" rotWithShape="1">
            <a:gsLst>
              <a:gs pos="100000">
                <a:srgbClr val="6200F7">
                  <a:lumMod val="42000"/>
                  <a:lumOff val="58000"/>
                  <a:alpha val="0"/>
                </a:srgbClr>
              </a:gs>
              <a:gs pos="100000">
                <a:srgbClr val="3E009B"/>
              </a:gs>
              <a:gs pos="0">
                <a:srgbClr val="551F9F"/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5" name="Google Shape;385;p31"/>
          <p:cNvSpPr txBox="1">
            <a:spLocks noGrp="1"/>
          </p:cNvSpPr>
          <p:nvPr>
            <p:ph type="title"/>
          </p:nvPr>
        </p:nvSpPr>
        <p:spPr>
          <a:xfrm>
            <a:off x="701238" y="228860"/>
            <a:ext cx="79668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dirty="0">
                <a:latin typeface="Cambria" panose="02040503050406030204" pitchFamily="18" charset="0"/>
                <a:sym typeface="Trispace"/>
              </a:rPr>
              <a:t>Двухкаскадные усилители звукового сигнала и их применение</a:t>
            </a:r>
            <a:endParaRPr b="0" dirty="0">
              <a:latin typeface="Cambria" panose="02040503050406030204" pitchFamily="18" charset="0"/>
              <a:sym typeface="Trispace"/>
            </a:endParaRPr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1"/>
          </p:nvPr>
        </p:nvSpPr>
        <p:spPr>
          <a:xfrm>
            <a:off x="2383650" y="1838169"/>
            <a:ext cx="6520864" cy="4777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ambria" panose="02040503050406030204" pitchFamily="18" charset="0"/>
              </a:rPr>
              <a:t>Усилитель звукового сигнала</a:t>
            </a:r>
            <a:r>
              <a:rPr lang="ru-RU" dirty="0">
                <a:latin typeface="Cambria" panose="02040503050406030204" pitchFamily="18" charset="0"/>
              </a:rPr>
              <a:t> – это электронное устройство, увеличивающее мощность слабого аудиосигнала</a:t>
            </a:r>
            <a:endParaRPr dirty="0">
              <a:latin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1C42D4-1151-AD0B-EA15-CF05C3957FB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2091" y="1705844"/>
            <a:ext cx="742396" cy="742396"/>
          </a:xfrm>
          <a:prstGeom prst="rect">
            <a:avLst/>
          </a:prstGeom>
          <a:effectLst>
            <a:glow>
              <a:schemeClr val="tx1"/>
            </a:glow>
            <a:outerShdw blurRad="50800" dist="38100" dir="8100000" algn="tr" rotWithShape="0">
              <a:prstClr val="black">
                <a:alpha val="46000"/>
              </a:prstClr>
            </a:outerShdw>
            <a:reflection endPos="0" dir="5400000" sy="-100000" algn="bl" rotWithShape="0"/>
          </a:effectLst>
        </p:spPr>
      </p:pic>
      <p:sp>
        <p:nvSpPr>
          <p:cNvPr id="15" name="Google Shape;390;p31">
            <a:extLst>
              <a:ext uri="{FF2B5EF4-FFF2-40B4-BE49-F238E27FC236}">
                <a16:creationId xmlns:a16="http://schemas.microsoft.com/office/drawing/2014/main" id="{5483B945-C2E4-AF31-2A75-318701E6C933}"/>
              </a:ext>
            </a:extLst>
          </p:cNvPr>
          <p:cNvSpPr txBox="1">
            <a:spLocks/>
          </p:cNvSpPr>
          <p:nvPr/>
        </p:nvSpPr>
        <p:spPr>
          <a:xfrm>
            <a:off x="2383650" y="3348755"/>
            <a:ext cx="5493689" cy="567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endParaRPr lang="ru-RU" dirty="0"/>
          </a:p>
        </p:txBody>
      </p:sp>
      <p:sp>
        <p:nvSpPr>
          <p:cNvPr id="18" name="Google Shape;381;p31">
            <a:extLst>
              <a:ext uri="{FF2B5EF4-FFF2-40B4-BE49-F238E27FC236}">
                <a16:creationId xmlns:a16="http://schemas.microsoft.com/office/drawing/2014/main" id="{336E59B8-A10B-8018-0C83-42341A8C10E9}"/>
              </a:ext>
            </a:extLst>
          </p:cNvPr>
          <p:cNvSpPr/>
          <p:nvPr/>
        </p:nvSpPr>
        <p:spPr>
          <a:xfrm>
            <a:off x="1250839" y="3110142"/>
            <a:ext cx="1044900" cy="1044900"/>
          </a:xfrm>
          <a:prstGeom prst="ellipse">
            <a:avLst/>
          </a:prstGeom>
          <a:gradFill flip="none" rotWithShape="1">
            <a:gsLst>
              <a:gs pos="100000">
                <a:srgbClr val="6200F7">
                  <a:lumMod val="42000"/>
                  <a:lumOff val="58000"/>
                  <a:alpha val="0"/>
                </a:srgbClr>
              </a:gs>
              <a:gs pos="100000">
                <a:srgbClr val="3E009B"/>
              </a:gs>
              <a:gs pos="0">
                <a:srgbClr val="551F9F"/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F8E4B37-2203-C7BF-E304-0D503261961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6465" y="3185768"/>
            <a:ext cx="893648" cy="893648"/>
          </a:xfrm>
          <a:prstGeom prst="rect">
            <a:avLst/>
          </a:prstGeom>
          <a:effectLst>
            <a:outerShdw blurRad="50800" dist="38100" dir="8100000" algn="tr" rotWithShape="0">
              <a:schemeClr val="bg1">
                <a:alpha val="46091"/>
              </a:schemeClr>
            </a:outerShdw>
          </a:effectLst>
        </p:spPr>
      </p:pic>
      <p:sp>
        <p:nvSpPr>
          <p:cNvPr id="3" name="Google Shape;390;p31">
            <a:extLst>
              <a:ext uri="{FF2B5EF4-FFF2-40B4-BE49-F238E27FC236}">
                <a16:creationId xmlns:a16="http://schemas.microsoft.com/office/drawing/2014/main" id="{6E77D2A7-8D77-D4D7-186D-B07B7F756FDE}"/>
              </a:ext>
            </a:extLst>
          </p:cNvPr>
          <p:cNvSpPr txBox="1">
            <a:spLocks/>
          </p:cNvSpPr>
          <p:nvPr/>
        </p:nvSpPr>
        <p:spPr>
          <a:xfrm>
            <a:off x="2383650" y="3393718"/>
            <a:ext cx="6520864" cy="47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ru-RU" b="1" dirty="0">
                <a:latin typeface="Cambria" panose="02040503050406030204" pitchFamily="18" charset="0"/>
              </a:rPr>
              <a:t>Двухкаскадный усилитель</a:t>
            </a:r>
            <a:r>
              <a:rPr lang="ru-RU" dirty="0">
                <a:latin typeface="Cambria" panose="02040503050406030204" pitchFamily="18" charset="0"/>
              </a:rPr>
              <a:t> – это усилитель, в котором усиление сигнала происходит в два этапа (каскада)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460A770-2293-A8E5-2881-42BB4E2ED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8600"/>
            <a:ext cx="9144000" cy="5496059"/>
          </a:xfrm>
          <a:prstGeom prst="rect">
            <a:avLst/>
          </a:prstGeom>
        </p:spPr>
      </p:pic>
      <p:sp>
        <p:nvSpPr>
          <p:cNvPr id="8" name="Google Shape;390;p31">
            <a:extLst>
              <a:ext uri="{FF2B5EF4-FFF2-40B4-BE49-F238E27FC236}">
                <a16:creationId xmlns:a16="http://schemas.microsoft.com/office/drawing/2014/main" id="{E20A4EDD-130E-A9F6-695A-80623C2F6CC1}"/>
              </a:ext>
            </a:extLst>
          </p:cNvPr>
          <p:cNvSpPr txBox="1">
            <a:spLocks/>
          </p:cNvSpPr>
          <p:nvPr/>
        </p:nvSpPr>
        <p:spPr>
          <a:xfrm>
            <a:off x="2139272" y="257657"/>
            <a:ext cx="4865455" cy="4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Font typeface="Maven Pro"/>
              <a:buNone/>
            </a:pPr>
            <a:r>
              <a:rPr lang="ru-RU" sz="3000" dirty="0"/>
              <a:t>Двухкаскадный усилитель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65E1C5A1-4A6D-54DB-E680-FE2AEC99382C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5400000">
            <a:off x="2670701" y="-407878"/>
            <a:ext cx="768405" cy="30341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390;p31">
            <a:extLst>
              <a:ext uri="{FF2B5EF4-FFF2-40B4-BE49-F238E27FC236}">
                <a16:creationId xmlns:a16="http://schemas.microsoft.com/office/drawing/2014/main" id="{1A6CE67A-D515-5B2A-3371-A9FA59D94631}"/>
              </a:ext>
            </a:extLst>
          </p:cNvPr>
          <p:cNvSpPr txBox="1">
            <a:spLocks/>
          </p:cNvSpPr>
          <p:nvPr/>
        </p:nvSpPr>
        <p:spPr>
          <a:xfrm>
            <a:off x="340141" y="1493422"/>
            <a:ext cx="2395330" cy="4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Font typeface="Maven Pro"/>
              <a:buNone/>
            </a:pPr>
            <a:r>
              <a:rPr lang="ru-RU" sz="2000" dirty="0"/>
              <a:t>Предварительный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5E37FA-9905-512F-8B3D-146C5AD73162}"/>
              </a:ext>
            </a:extLst>
          </p:cNvPr>
          <p:cNvSpPr txBox="1"/>
          <p:nvPr/>
        </p:nvSpPr>
        <p:spPr>
          <a:xfrm>
            <a:off x="1069568" y="1884042"/>
            <a:ext cx="93647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900" dirty="0">
                <a:solidFill>
                  <a:schemeClr val="tx1"/>
                </a:solidFill>
                <a:latin typeface="Cambria" panose="02040503050406030204" pitchFamily="18" charset="0"/>
              </a:rPr>
              <a:t>каскад</a:t>
            </a:r>
            <a:endParaRPr lang="en-US" sz="19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5" name="Google Shape;390;p31">
            <a:extLst>
              <a:ext uri="{FF2B5EF4-FFF2-40B4-BE49-F238E27FC236}">
                <a16:creationId xmlns:a16="http://schemas.microsoft.com/office/drawing/2014/main" id="{1F608479-CE9F-1218-BE68-46D9527931A4}"/>
              </a:ext>
            </a:extLst>
          </p:cNvPr>
          <p:cNvSpPr txBox="1">
            <a:spLocks/>
          </p:cNvSpPr>
          <p:nvPr/>
        </p:nvSpPr>
        <p:spPr>
          <a:xfrm>
            <a:off x="6268360" y="1493422"/>
            <a:ext cx="1586947" cy="46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Font typeface="Maven Pro"/>
              <a:buNone/>
            </a:pPr>
            <a:r>
              <a:rPr lang="ru-RU" sz="2000" dirty="0"/>
              <a:t>Оконечный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E6A51C-E65E-19DF-CCE0-CBCE2965C4B6}"/>
              </a:ext>
            </a:extLst>
          </p:cNvPr>
          <p:cNvSpPr txBox="1"/>
          <p:nvPr/>
        </p:nvSpPr>
        <p:spPr>
          <a:xfrm>
            <a:off x="6593595" y="1884042"/>
            <a:ext cx="93647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900" dirty="0">
                <a:solidFill>
                  <a:schemeClr val="tx1"/>
                </a:solidFill>
                <a:latin typeface="Cambria" panose="02040503050406030204" pitchFamily="18" charset="0"/>
              </a:rPr>
              <a:t>каскад</a:t>
            </a:r>
            <a:endParaRPr lang="en-US" sz="19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9FFC8F0C-44C7-BEA0-3508-139C35B30B74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rot="16200000" flipH="1">
            <a:off x="5432715" y="-135698"/>
            <a:ext cx="768405" cy="248983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390;p31">
            <a:extLst>
              <a:ext uri="{FF2B5EF4-FFF2-40B4-BE49-F238E27FC236}">
                <a16:creationId xmlns:a16="http://schemas.microsoft.com/office/drawing/2014/main" id="{16F414A7-456F-A41D-0BB9-78FC3962D631}"/>
              </a:ext>
            </a:extLst>
          </p:cNvPr>
          <p:cNvSpPr txBox="1">
            <a:spLocks/>
          </p:cNvSpPr>
          <p:nvPr/>
        </p:nvSpPr>
        <p:spPr>
          <a:xfrm>
            <a:off x="199967" y="2196289"/>
            <a:ext cx="2675675" cy="4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Font typeface="Maven Pro"/>
              <a:buNone/>
            </a:pPr>
            <a:r>
              <a:rPr lang="ru-RU" sz="1700" dirty="0"/>
              <a:t>(усилитель напряжения)</a:t>
            </a:r>
          </a:p>
        </p:txBody>
      </p:sp>
      <p:sp>
        <p:nvSpPr>
          <p:cNvPr id="23" name="Google Shape;390;p31">
            <a:extLst>
              <a:ext uri="{FF2B5EF4-FFF2-40B4-BE49-F238E27FC236}">
                <a16:creationId xmlns:a16="http://schemas.microsoft.com/office/drawing/2014/main" id="{6BBF627A-E04C-982A-44AE-8CA5EDC82787}"/>
              </a:ext>
            </a:extLst>
          </p:cNvPr>
          <p:cNvSpPr txBox="1">
            <a:spLocks/>
          </p:cNvSpPr>
          <p:nvPr/>
        </p:nvSpPr>
        <p:spPr>
          <a:xfrm>
            <a:off x="6018732" y="2196289"/>
            <a:ext cx="2535501" cy="4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Font typeface="Maven Pro"/>
              <a:buNone/>
            </a:pPr>
            <a:r>
              <a:rPr lang="ru-RU" sz="1700" dirty="0"/>
              <a:t>(усилитель мощности)</a:t>
            </a:r>
          </a:p>
        </p:txBody>
      </p:sp>
      <p:sp>
        <p:nvSpPr>
          <p:cNvPr id="25" name="Google Shape;390;p31">
            <a:extLst>
              <a:ext uri="{FF2B5EF4-FFF2-40B4-BE49-F238E27FC236}">
                <a16:creationId xmlns:a16="http://schemas.microsoft.com/office/drawing/2014/main" id="{D3AA3B09-5265-E4E8-375B-3857AF331103}"/>
              </a:ext>
            </a:extLst>
          </p:cNvPr>
          <p:cNvSpPr txBox="1">
            <a:spLocks/>
          </p:cNvSpPr>
          <p:nvPr/>
        </p:nvSpPr>
        <p:spPr>
          <a:xfrm>
            <a:off x="199967" y="2574402"/>
            <a:ext cx="2675675" cy="4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Font typeface="Maven Pro"/>
              <a:buNone/>
            </a:pPr>
            <a:r>
              <a:rPr lang="ru-RU" sz="1700" dirty="0"/>
              <a:t>- Согласование уровней</a:t>
            </a:r>
          </a:p>
        </p:txBody>
      </p:sp>
      <p:sp>
        <p:nvSpPr>
          <p:cNvPr id="29" name="Google Shape;390;p31">
            <a:extLst>
              <a:ext uri="{FF2B5EF4-FFF2-40B4-BE49-F238E27FC236}">
                <a16:creationId xmlns:a16="http://schemas.microsoft.com/office/drawing/2014/main" id="{50602613-A675-94A7-BD1A-B59D1B615E9C}"/>
              </a:ext>
            </a:extLst>
          </p:cNvPr>
          <p:cNvSpPr txBox="1">
            <a:spLocks/>
          </p:cNvSpPr>
          <p:nvPr/>
        </p:nvSpPr>
        <p:spPr>
          <a:xfrm>
            <a:off x="199966" y="2982177"/>
            <a:ext cx="3638255" cy="4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Font typeface="Maven Pro"/>
              <a:buNone/>
            </a:pPr>
            <a:r>
              <a:rPr lang="ru-RU" sz="1700" dirty="0"/>
              <a:t>- Фильтрация и коррекция</a:t>
            </a:r>
          </a:p>
        </p:txBody>
      </p:sp>
      <p:sp>
        <p:nvSpPr>
          <p:cNvPr id="30" name="Google Shape;390;p31">
            <a:extLst>
              <a:ext uri="{FF2B5EF4-FFF2-40B4-BE49-F238E27FC236}">
                <a16:creationId xmlns:a16="http://schemas.microsoft.com/office/drawing/2014/main" id="{55B03302-A720-F5DA-BA47-B7D42B690585}"/>
              </a:ext>
            </a:extLst>
          </p:cNvPr>
          <p:cNvSpPr txBox="1">
            <a:spLocks/>
          </p:cNvSpPr>
          <p:nvPr/>
        </p:nvSpPr>
        <p:spPr>
          <a:xfrm>
            <a:off x="199965" y="3409252"/>
            <a:ext cx="3141544" cy="4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ru-RU" sz="1700" dirty="0"/>
              <a:t>- </a:t>
            </a:r>
            <a:r>
              <a:rPr lang="ru-RU" sz="1700" dirty="0" err="1"/>
              <a:t>Импедансное</a:t>
            </a:r>
            <a:r>
              <a:rPr lang="ru-RU" sz="1700" dirty="0"/>
              <a:t> согласование</a:t>
            </a:r>
          </a:p>
        </p:txBody>
      </p:sp>
      <p:sp>
        <p:nvSpPr>
          <p:cNvPr id="32" name="Google Shape;390;p31">
            <a:extLst>
              <a:ext uri="{FF2B5EF4-FFF2-40B4-BE49-F238E27FC236}">
                <a16:creationId xmlns:a16="http://schemas.microsoft.com/office/drawing/2014/main" id="{73D88177-77C7-5F29-7365-7F4854A01E1C}"/>
              </a:ext>
            </a:extLst>
          </p:cNvPr>
          <p:cNvSpPr txBox="1">
            <a:spLocks/>
          </p:cNvSpPr>
          <p:nvPr/>
        </p:nvSpPr>
        <p:spPr>
          <a:xfrm>
            <a:off x="5987035" y="2574402"/>
            <a:ext cx="2675675" cy="4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ru-RU" sz="1700" dirty="0"/>
              <a:t>- Усиление мощности</a:t>
            </a:r>
          </a:p>
        </p:txBody>
      </p:sp>
      <p:sp>
        <p:nvSpPr>
          <p:cNvPr id="33" name="Google Shape;390;p31">
            <a:extLst>
              <a:ext uri="{FF2B5EF4-FFF2-40B4-BE49-F238E27FC236}">
                <a16:creationId xmlns:a16="http://schemas.microsoft.com/office/drawing/2014/main" id="{585E26B2-F1AE-F552-DB48-560869582299}"/>
              </a:ext>
            </a:extLst>
          </p:cNvPr>
          <p:cNvSpPr txBox="1">
            <a:spLocks/>
          </p:cNvSpPr>
          <p:nvPr/>
        </p:nvSpPr>
        <p:spPr>
          <a:xfrm>
            <a:off x="5987034" y="2982177"/>
            <a:ext cx="3638255" cy="4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ru-RU" sz="1700" dirty="0"/>
              <a:t>- Согласование с нагрузкой</a:t>
            </a:r>
          </a:p>
        </p:txBody>
      </p:sp>
      <p:sp>
        <p:nvSpPr>
          <p:cNvPr id="34" name="Google Shape;390;p31">
            <a:extLst>
              <a:ext uri="{FF2B5EF4-FFF2-40B4-BE49-F238E27FC236}">
                <a16:creationId xmlns:a16="http://schemas.microsoft.com/office/drawing/2014/main" id="{8781B041-C562-6C8A-CDB5-38F3885D55CB}"/>
              </a:ext>
            </a:extLst>
          </p:cNvPr>
          <p:cNvSpPr txBox="1">
            <a:spLocks/>
          </p:cNvSpPr>
          <p:nvPr/>
        </p:nvSpPr>
        <p:spPr>
          <a:xfrm>
            <a:off x="5987033" y="3409252"/>
            <a:ext cx="3141544" cy="4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ru-RU" sz="1700" dirty="0"/>
              <a:t>- Минимизация искажений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FB95B8-5A39-A6BA-7D9A-12D882EC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209" y="179830"/>
            <a:ext cx="5907620" cy="595675"/>
          </a:xfrm>
        </p:spPr>
        <p:txBody>
          <a:bodyPr/>
          <a:lstStyle/>
          <a:p>
            <a:r>
              <a:rPr lang="ru-RU" dirty="0"/>
              <a:t>Наш усилитель - транзисторный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C55F6-CB1B-1019-467B-1C6044B59E6B}"/>
              </a:ext>
            </a:extLst>
          </p:cNvPr>
          <p:cNvSpPr txBox="1"/>
          <p:nvPr/>
        </p:nvSpPr>
        <p:spPr>
          <a:xfrm>
            <a:off x="365231" y="1171367"/>
            <a:ext cx="841353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700" dirty="0">
                <a:solidFill>
                  <a:schemeClr val="tx1"/>
                </a:solidFill>
                <a:latin typeface="Cambria" panose="02040503050406030204" pitchFamily="18" charset="0"/>
                <a:cs typeface="Lao MN" pitchFamily="2" charset="0"/>
              </a:rPr>
              <a:t>Двухкаскадные усилители на транзисторах широко применяются в аудиотехнике, системах связи и измерительных приборах для усиления слабых сигналов до необходимого уровня мощности. В таких усилителях, в отличие от однокаскадных, функции усиления напряжения и мощности разделены между каскадами, что позволяет оптимизировать каждый этап усиления.</a:t>
            </a:r>
            <a:endParaRPr lang="en-US" sz="1700" dirty="0">
              <a:solidFill>
                <a:schemeClr val="tx1"/>
              </a:solidFill>
              <a:latin typeface="Cambria" panose="02040503050406030204" pitchFamily="18" charset="0"/>
              <a:cs typeface="Lao MN" pitchFamily="2" charset="0"/>
            </a:endParaRPr>
          </a:p>
        </p:txBody>
      </p:sp>
      <p:grpSp>
        <p:nvGrpSpPr>
          <p:cNvPr id="8" name="Google Shape;919;p48">
            <a:extLst>
              <a:ext uri="{FF2B5EF4-FFF2-40B4-BE49-F238E27FC236}">
                <a16:creationId xmlns:a16="http://schemas.microsoft.com/office/drawing/2014/main" id="{91078024-2F41-0B9E-A28F-6CC90E7F2A97}"/>
              </a:ext>
            </a:extLst>
          </p:cNvPr>
          <p:cNvGrpSpPr/>
          <p:nvPr/>
        </p:nvGrpSpPr>
        <p:grpSpPr>
          <a:xfrm>
            <a:off x="684264" y="3060210"/>
            <a:ext cx="2113582" cy="1642194"/>
            <a:chOff x="3186425" y="4160625"/>
            <a:chExt cx="533679" cy="414643"/>
          </a:xfrm>
        </p:grpSpPr>
        <p:grpSp>
          <p:nvGrpSpPr>
            <p:cNvPr id="9" name="Google Shape;920;p48">
              <a:extLst>
                <a:ext uri="{FF2B5EF4-FFF2-40B4-BE49-F238E27FC236}">
                  <a16:creationId xmlns:a16="http://schemas.microsoft.com/office/drawing/2014/main" id="{D6094650-B53E-8E76-5C73-DE108042A5C5}"/>
                </a:ext>
              </a:extLst>
            </p:cNvPr>
            <p:cNvGrpSpPr/>
            <p:nvPr/>
          </p:nvGrpSpPr>
          <p:grpSpPr>
            <a:xfrm>
              <a:off x="3248670" y="4212301"/>
              <a:ext cx="409169" cy="311298"/>
              <a:chOff x="3248670" y="4212301"/>
              <a:chExt cx="409169" cy="311298"/>
            </a:xfrm>
          </p:grpSpPr>
          <p:sp>
            <p:nvSpPr>
              <p:cNvPr id="11" name="Google Shape;921;p48">
                <a:extLst>
                  <a:ext uri="{FF2B5EF4-FFF2-40B4-BE49-F238E27FC236}">
                    <a16:creationId xmlns:a16="http://schemas.microsoft.com/office/drawing/2014/main" id="{20EE08B0-2252-0042-DB74-2B584DF9C769}"/>
                  </a:ext>
                </a:extLst>
              </p:cNvPr>
              <p:cNvSpPr/>
              <p:nvPr/>
            </p:nvSpPr>
            <p:spPr>
              <a:xfrm>
                <a:off x="3249849" y="4212301"/>
                <a:ext cx="337457" cy="246269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5639" extrusionOk="0">
                    <a:moveTo>
                      <a:pt x="7726" y="1303"/>
                    </a:moveTo>
                    <a:cubicBezTo>
                      <a:pt x="7682" y="1187"/>
                      <a:pt x="7637" y="1124"/>
                      <a:pt x="7584" y="1008"/>
                    </a:cubicBezTo>
                    <a:cubicBezTo>
                      <a:pt x="7432" y="696"/>
                      <a:pt x="7209" y="393"/>
                      <a:pt x="6852" y="294"/>
                    </a:cubicBezTo>
                    <a:cubicBezTo>
                      <a:pt x="6549" y="205"/>
                      <a:pt x="6228" y="286"/>
                      <a:pt x="5915" y="312"/>
                    </a:cubicBezTo>
                    <a:cubicBezTo>
                      <a:pt x="5398" y="348"/>
                      <a:pt x="4889" y="250"/>
                      <a:pt x="4381" y="161"/>
                    </a:cubicBezTo>
                    <a:cubicBezTo>
                      <a:pt x="3872" y="71"/>
                      <a:pt x="3346" y="0"/>
                      <a:pt x="2838" y="98"/>
                    </a:cubicBezTo>
                    <a:cubicBezTo>
                      <a:pt x="2338" y="205"/>
                      <a:pt x="1847" y="509"/>
                      <a:pt x="1651" y="990"/>
                    </a:cubicBezTo>
                    <a:cubicBezTo>
                      <a:pt x="1473" y="1436"/>
                      <a:pt x="750" y="1677"/>
                      <a:pt x="527" y="2105"/>
                    </a:cubicBezTo>
                    <a:cubicBezTo>
                      <a:pt x="286" y="2578"/>
                      <a:pt x="545" y="3096"/>
                      <a:pt x="277" y="3560"/>
                    </a:cubicBezTo>
                    <a:cubicBezTo>
                      <a:pt x="1" y="4032"/>
                      <a:pt x="117" y="4675"/>
                      <a:pt x="482" y="5085"/>
                    </a:cubicBezTo>
                    <a:cubicBezTo>
                      <a:pt x="741" y="5370"/>
                      <a:pt x="1080" y="5549"/>
                      <a:pt x="1455" y="5638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;p48">
                <a:extLst>
                  <a:ext uri="{FF2B5EF4-FFF2-40B4-BE49-F238E27FC236}">
                    <a16:creationId xmlns:a16="http://schemas.microsoft.com/office/drawing/2014/main" id="{C23E2C30-1D4F-E188-CD4C-926CEA035E46}"/>
                  </a:ext>
                </a:extLst>
              </p:cNvPr>
              <p:cNvSpPr/>
              <p:nvPr/>
            </p:nvSpPr>
            <p:spPr>
              <a:xfrm>
                <a:off x="3304790" y="4265276"/>
                <a:ext cx="353048" cy="258323"/>
              </a:xfrm>
              <a:custGeom>
                <a:avLst/>
                <a:gdLst/>
                <a:ahLst/>
                <a:cxnLst/>
                <a:rect l="l" t="t" r="r" b="b"/>
                <a:pathLst>
                  <a:path w="8084" h="5915" extrusionOk="0">
                    <a:moveTo>
                      <a:pt x="7164" y="72"/>
                    </a:moveTo>
                    <a:cubicBezTo>
                      <a:pt x="6879" y="0"/>
                      <a:pt x="6566" y="72"/>
                      <a:pt x="6281" y="152"/>
                    </a:cubicBezTo>
                    <a:cubicBezTo>
                      <a:pt x="5995" y="241"/>
                      <a:pt x="5710" y="348"/>
                      <a:pt x="5407" y="366"/>
                    </a:cubicBezTo>
                    <a:cubicBezTo>
                      <a:pt x="5050" y="384"/>
                      <a:pt x="4693" y="259"/>
                      <a:pt x="4336" y="188"/>
                    </a:cubicBezTo>
                    <a:cubicBezTo>
                      <a:pt x="3988" y="107"/>
                      <a:pt x="3587" y="90"/>
                      <a:pt x="3292" y="295"/>
                    </a:cubicBezTo>
                    <a:cubicBezTo>
                      <a:pt x="3007" y="491"/>
                      <a:pt x="2481" y="589"/>
                      <a:pt x="2240" y="839"/>
                    </a:cubicBezTo>
                    <a:cubicBezTo>
                      <a:pt x="1954" y="1124"/>
                      <a:pt x="1927" y="1490"/>
                      <a:pt x="1562" y="1669"/>
                    </a:cubicBezTo>
                    <a:cubicBezTo>
                      <a:pt x="884" y="1990"/>
                      <a:pt x="313" y="2596"/>
                      <a:pt x="152" y="3337"/>
                    </a:cubicBezTo>
                    <a:cubicBezTo>
                      <a:pt x="1" y="4068"/>
                      <a:pt x="340" y="4925"/>
                      <a:pt x="1018" y="5246"/>
                    </a:cubicBezTo>
                    <a:cubicBezTo>
                      <a:pt x="1374" y="5406"/>
                      <a:pt x="1776" y="5424"/>
                      <a:pt x="2151" y="5540"/>
                    </a:cubicBezTo>
                    <a:cubicBezTo>
                      <a:pt x="2454" y="5629"/>
                      <a:pt x="2739" y="5781"/>
                      <a:pt x="3060" y="5835"/>
                    </a:cubicBezTo>
                    <a:cubicBezTo>
                      <a:pt x="3596" y="5915"/>
                      <a:pt x="4131" y="5665"/>
                      <a:pt x="4568" y="5335"/>
                    </a:cubicBezTo>
                    <a:cubicBezTo>
                      <a:pt x="5005" y="5014"/>
                      <a:pt x="5380" y="4604"/>
                      <a:pt x="5826" y="4300"/>
                    </a:cubicBezTo>
                    <a:cubicBezTo>
                      <a:pt x="6138" y="4077"/>
                      <a:pt x="6495" y="3899"/>
                      <a:pt x="6789" y="3649"/>
                    </a:cubicBezTo>
                    <a:cubicBezTo>
                      <a:pt x="7012" y="3453"/>
                      <a:pt x="7200" y="3203"/>
                      <a:pt x="7387" y="2962"/>
                    </a:cubicBezTo>
                    <a:cubicBezTo>
                      <a:pt x="7664" y="2596"/>
                      <a:pt x="7949" y="2204"/>
                      <a:pt x="8012" y="1749"/>
                    </a:cubicBezTo>
                    <a:cubicBezTo>
                      <a:pt x="8083" y="1196"/>
                      <a:pt x="7780" y="223"/>
                      <a:pt x="7164" y="72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3;p48">
                <a:extLst>
                  <a:ext uri="{FF2B5EF4-FFF2-40B4-BE49-F238E27FC236}">
                    <a16:creationId xmlns:a16="http://schemas.microsoft.com/office/drawing/2014/main" id="{8F543762-3D14-FFA2-9049-3A6666F0B517}"/>
                  </a:ext>
                </a:extLst>
              </p:cNvPr>
              <p:cNvSpPr/>
              <p:nvPr/>
            </p:nvSpPr>
            <p:spPr>
              <a:xfrm>
                <a:off x="3461010" y="4317465"/>
                <a:ext cx="51883" cy="56556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1295" extrusionOk="0">
                    <a:moveTo>
                      <a:pt x="848" y="19"/>
                    </a:moveTo>
                    <a:cubicBezTo>
                      <a:pt x="839" y="36"/>
                      <a:pt x="848" y="54"/>
                      <a:pt x="866" y="63"/>
                    </a:cubicBezTo>
                    <a:lnTo>
                      <a:pt x="866" y="63"/>
                    </a:lnTo>
                    <a:cubicBezTo>
                      <a:pt x="1009" y="126"/>
                      <a:pt x="1116" y="268"/>
                      <a:pt x="1125" y="411"/>
                    </a:cubicBezTo>
                    <a:lnTo>
                      <a:pt x="1125" y="411"/>
                    </a:lnTo>
                    <a:cubicBezTo>
                      <a:pt x="1125" y="598"/>
                      <a:pt x="964" y="750"/>
                      <a:pt x="831" y="821"/>
                    </a:cubicBezTo>
                    <a:lnTo>
                      <a:pt x="831" y="821"/>
                    </a:lnTo>
                    <a:cubicBezTo>
                      <a:pt x="715" y="875"/>
                      <a:pt x="599" y="911"/>
                      <a:pt x="474" y="937"/>
                    </a:cubicBezTo>
                    <a:lnTo>
                      <a:pt x="474" y="937"/>
                    </a:lnTo>
                    <a:cubicBezTo>
                      <a:pt x="420" y="955"/>
                      <a:pt x="358" y="973"/>
                      <a:pt x="295" y="991"/>
                    </a:cubicBezTo>
                    <a:lnTo>
                      <a:pt x="295" y="991"/>
                    </a:lnTo>
                    <a:cubicBezTo>
                      <a:pt x="126" y="1053"/>
                      <a:pt x="19" y="1143"/>
                      <a:pt x="1" y="1250"/>
                    </a:cubicBezTo>
                    <a:lnTo>
                      <a:pt x="1" y="1250"/>
                    </a:lnTo>
                    <a:cubicBezTo>
                      <a:pt x="1" y="1268"/>
                      <a:pt x="10" y="1285"/>
                      <a:pt x="28" y="1294"/>
                    </a:cubicBezTo>
                    <a:lnTo>
                      <a:pt x="28" y="1294"/>
                    </a:lnTo>
                    <a:cubicBezTo>
                      <a:pt x="28" y="1294"/>
                      <a:pt x="37" y="1294"/>
                      <a:pt x="37" y="1294"/>
                    </a:cubicBezTo>
                    <a:lnTo>
                      <a:pt x="37" y="1294"/>
                    </a:lnTo>
                    <a:cubicBezTo>
                      <a:pt x="45" y="1294"/>
                      <a:pt x="63" y="1276"/>
                      <a:pt x="63" y="1268"/>
                    </a:cubicBezTo>
                    <a:lnTo>
                      <a:pt x="63" y="1268"/>
                    </a:lnTo>
                    <a:cubicBezTo>
                      <a:pt x="81" y="1152"/>
                      <a:pt x="215" y="1089"/>
                      <a:pt x="313" y="1053"/>
                    </a:cubicBezTo>
                    <a:lnTo>
                      <a:pt x="313" y="1053"/>
                    </a:lnTo>
                    <a:cubicBezTo>
                      <a:pt x="376" y="1036"/>
                      <a:pt x="438" y="1018"/>
                      <a:pt x="492" y="1000"/>
                    </a:cubicBezTo>
                    <a:lnTo>
                      <a:pt x="492" y="1000"/>
                    </a:lnTo>
                    <a:cubicBezTo>
                      <a:pt x="616" y="964"/>
                      <a:pt x="741" y="937"/>
                      <a:pt x="857" y="875"/>
                    </a:cubicBezTo>
                    <a:lnTo>
                      <a:pt x="857" y="875"/>
                    </a:lnTo>
                    <a:cubicBezTo>
                      <a:pt x="1018" y="795"/>
                      <a:pt x="1187" y="625"/>
                      <a:pt x="1187" y="411"/>
                    </a:cubicBezTo>
                    <a:lnTo>
                      <a:pt x="1187" y="411"/>
                    </a:lnTo>
                    <a:cubicBezTo>
                      <a:pt x="1178" y="242"/>
                      <a:pt x="1062" y="81"/>
                      <a:pt x="884" y="1"/>
                    </a:cubicBezTo>
                    <a:lnTo>
                      <a:pt x="884" y="1"/>
                    </a:lnTo>
                    <a:cubicBezTo>
                      <a:pt x="884" y="1"/>
                      <a:pt x="875" y="1"/>
                      <a:pt x="875" y="1"/>
                    </a:cubicBezTo>
                    <a:lnTo>
                      <a:pt x="875" y="1"/>
                    </a:lnTo>
                    <a:cubicBezTo>
                      <a:pt x="857" y="1"/>
                      <a:pt x="848" y="10"/>
                      <a:pt x="848" y="1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4;p48">
                <a:extLst>
                  <a:ext uri="{FF2B5EF4-FFF2-40B4-BE49-F238E27FC236}">
                    <a16:creationId xmlns:a16="http://schemas.microsoft.com/office/drawing/2014/main" id="{50651ACA-41E7-99C3-7903-4F70AD7B6885}"/>
                  </a:ext>
                </a:extLst>
              </p:cNvPr>
              <p:cNvSpPr/>
              <p:nvPr/>
            </p:nvSpPr>
            <p:spPr>
              <a:xfrm>
                <a:off x="3548706" y="4278902"/>
                <a:ext cx="33934" cy="78348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794" extrusionOk="0">
                    <a:moveTo>
                      <a:pt x="0" y="27"/>
                    </a:moveTo>
                    <a:cubicBezTo>
                      <a:pt x="0" y="36"/>
                      <a:pt x="9" y="54"/>
                      <a:pt x="27" y="63"/>
                    </a:cubicBezTo>
                    <a:lnTo>
                      <a:pt x="27" y="63"/>
                    </a:lnTo>
                    <a:cubicBezTo>
                      <a:pt x="375" y="143"/>
                      <a:pt x="642" y="464"/>
                      <a:pt x="678" y="839"/>
                    </a:cubicBezTo>
                    <a:lnTo>
                      <a:pt x="678" y="839"/>
                    </a:lnTo>
                    <a:cubicBezTo>
                      <a:pt x="714" y="1214"/>
                      <a:pt x="491" y="1588"/>
                      <a:pt x="152" y="1740"/>
                    </a:cubicBezTo>
                    <a:lnTo>
                      <a:pt x="152" y="1740"/>
                    </a:lnTo>
                    <a:cubicBezTo>
                      <a:pt x="134" y="1740"/>
                      <a:pt x="125" y="1758"/>
                      <a:pt x="134" y="1776"/>
                    </a:cubicBezTo>
                    <a:lnTo>
                      <a:pt x="134" y="1776"/>
                    </a:lnTo>
                    <a:cubicBezTo>
                      <a:pt x="134" y="1794"/>
                      <a:pt x="152" y="1794"/>
                      <a:pt x="161" y="1794"/>
                    </a:cubicBezTo>
                    <a:lnTo>
                      <a:pt x="161" y="1794"/>
                    </a:lnTo>
                    <a:cubicBezTo>
                      <a:pt x="161" y="1794"/>
                      <a:pt x="170" y="1794"/>
                      <a:pt x="170" y="1794"/>
                    </a:cubicBezTo>
                    <a:lnTo>
                      <a:pt x="170" y="1794"/>
                    </a:lnTo>
                    <a:cubicBezTo>
                      <a:pt x="544" y="1633"/>
                      <a:pt x="776" y="1232"/>
                      <a:pt x="741" y="830"/>
                    </a:cubicBezTo>
                    <a:lnTo>
                      <a:pt x="741" y="830"/>
                    </a:lnTo>
                    <a:cubicBezTo>
                      <a:pt x="705" y="429"/>
                      <a:pt x="419" y="81"/>
                      <a:pt x="36" y="1"/>
                    </a:cubicBezTo>
                    <a:lnTo>
                      <a:pt x="36" y="1"/>
                    </a:lnTo>
                    <a:cubicBezTo>
                      <a:pt x="36" y="1"/>
                      <a:pt x="36" y="1"/>
                      <a:pt x="27" y="1"/>
                    </a:cubicBezTo>
                    <a:lnTo>
                      <a:pt x="27" y="1"/>
                    </a:lnTo>
                    <a:cubicBezTo>
                      <a:pt x="18" y="1"/>
                      <a:pt x="0" y="9"/>
                      <a:pt x="0" y="2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5;p48">
                <a:extLst>
                  <a:ext uri="{FF2B5EF4-FFF2-40B4-BE49-F238E27FC236}">
                    <a16:creationId xmlns:a16="http://schemas.microsoft.com/office/drawing/2014/main" id="{18191209-AEAF-C459-FAEB-81FC40368821}"/>
                  </a:ext>
                </a:extLst>
              </p:cNvPr>
              <p:cNvSpPr/>
              <p:nvPr/>
            </p:nvSpPr>
            <p:spPr>
              <a:xfrm>
                <a:off x="3404933" y="4414114"/>
                <a:ext cx="25374" cy="4013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919" extrusionOk="0">
                    <a:moveTo>
                      <a:pt x="536" y="0"/>
                    </a:moveTo>
                    <a:cubicBezTo>
                      <a:pt x="339" y="27"/>
                      <a:pt x="161" y="152"/>
                      <a:pt x="81" y="339"/>
                    </a:cubicBezTo>
                    <a:lnTo>
                      <a:pt x="81" y="339"/>
                    </a:lnTo>
                    <a:cubicBezTo>
                      <a:pt x="0" y="518"/>
                      <a:pt x="18" y="741"/>
                      <a:pt x="134" y="901"/>
                    </a:cubicBezTo>
                    <a:lnTo>
                      <a:pt x="134" y="901"/>
                    </a:lnTo>
                    <a:cubicBezTo>
                      <a:pt x="143" y="910"/>
                      <a:pt x="152" y="919"/>
                      <a:pt x="161" y="919"/>
                    </a:cubicBezTo>
                    <a:lnTo>
                      <a:pt x="161" y="919"/>
                    </a:lnTo>
                    <a:cubicBezTo>
                      <a:pt x="170" y="919"/>
                      <a:pt x="170" y="910"/>
                      <a:pt x="179" y="910"/>
                    </a:cubicBezTo>
                    <a:lnTo>
                      <a:pt x="179" y="910"/>
                    </a:lnTo>
                    <a:cubicBezTo>
                      <a:pt x="197" y="901"/>
                      <a:pt x="197" y="883"/>
                      <a:pt x="188" y="865"/>
                    </a:cubicBezTo>
                    <a:lnTo>
                      <a:pt x="188" y="865"/>
                    </a:lnTo>
                    <a:cubicBezTo>
                      <a:pt x="89" y="723"/>
                      <a:pt x="72" y="526"/>
                      <a:pt x="143" y="366"/>
                    </a:cubicBezTo>
                    <a:lnTo>
                      <a:pt x="143" y="366"/>
                    </a:lnTo>
                    <a:cubicBezTo>
                      <a:pt x="214" y="205"/>
                      <a:pt x="375" y="80"/>
                      <a:pt x="544" y="63"/>
                    </a:cubicBezTo>
                    <a:lnTo>
                      <a:pt x="544" y="63"/>
                    </a:lnTo>
                    <a:cubicBezTo>
                      <a:pt x="562" y="63"/>
                      <a:pt x="580" y="45"/>
                      <a:pt x="571" y="27"/>
                    </a:cubicBezTo>
                    <a:lnTo>
                      <a:pt x="571" y="27"/>
                    </a:lnTo>
                    <a:cubicBezTo>
                      <a:pt x="571" y="9"/>
                      <a:pt x="562" y="0"/>
                      <a:pt x="544" y="0"/>
                    </a:cubicBezTo>
                    <a:lnTo>
                      <a:pt x="544" y="0"/>
                    </a:lnTo>
                    <a:cubicBezTo>
                      <a:pt x="544" y="0"/>
                      <a:pt x="544" y="0"/>
                      <a:pt x="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6;p48">
                <a:extLst>
                  <a:ext uri="{FF2B5EF4-FFF2-40B4-BE49-F238E27FC236}">
                    <a16:creationId xmlns:a16="http://schemas.microsoft.com/office/drawing/2014/main" id="{38552F0C-8C23-82E4-B498-13E8937C4A59}"/>
                  </a:ext>
                </a:extLst>
              </p:cNvPr>
              <p:cNvSpPr/>
              <p:nvPr/>
            </p:nvSpPr>
            <p:spPr>
              <a:xfrm>
                <a:off x="3468827" y="4251257"/>
                <a:ext cx="14456" cy="15984"/>
              </a:xfrm>
              <a:custGeom>
                <a:avLst/>
                <a:gdLst/>
                <a:ahLst/>
                <a:cxnLst/>
                <a:rect l="l" t="t" r="r" b="b"/>
                <a:pathLst>
                  <a:path w="331" h="366" extrusionOk="0">
                    <a:moveTo>
                      <a:pt x="54" y="98"/>
                    </a:moveTo>
                    <a:cubicBezTo>
                      <a:pt x="0" y="179"/>
                      <a:pt x="9" y="286"/>
                      <a:pt x="72" y="357"/>
                    </a:cubicBezTo>
                    <a:lnTo>
                      <a:pt x="72" y="357"/>
                    </a:lnTo>
                    <a:cubicBezTo>
                      <a:pt x="72" y="366"/>
                      <a:pt x="81" y="366"/>
                      <a:pt x="90" y="366"/>
                    </a:cubicBezTo>
                    <a:lnTo>
                      <a:pt x="90" y="366"/>
                    </a:lnTo>
                    <a:cubicBezTo>
                      <a:pt x="98" y="366"/>
                      <a:pt x="107" y="366"/>
                      <a:pt x="116" y="366"/>
                    </a:cubicBezTo>
                    <a:lnTo>
                      <a:pt x="116" y="366"/>
                    </a:lnTo>
                    <a:cubicBezTo>
                      <a:pt x="125" y="348"/>
                      <a:pt x="125" y="330"/>
                      <a:pt x="116" y="321"/>
                    </a:cubicBezTo>
                    <a:lnTo>
                      <a:pt x="116" y="321"/>
                    </a:lnTo>
                    <a:cubicBezTo>
                      <a:pt x="72" y="268"/>
                      <a:pt x="72" y="187"/>
                      <a:pt x="107" y="134"/>
                    </a:cubicBezTo>
                    <a:lnTo>
                      <a:pt x="107" y="134"/>
                    </a:lnTo>
                    <a:cubicBezTo>
                      <a:pt x="143" y="80"/>
                      <a:pt x="223" y="54"/>
                      <a:pt x="286" y="72"/>
                    </a:cubicBezTo>
                    <a:lnTo>
                      <a:pt x="286" y="72"/>
                    </a:lnTo>
                    <a:cubicBezTo>
                      <a:pt x="295" y="72"/>
                      <a:pt x="313" y="63"/>
                      <a:pt x="321" y="45"/>
                    </a:cubicBezTo>
                    <a:lnTo>
                      <a:pt x="321" y="45"/>
                    </a:lnTo>
                    <a:cubicBezTo>
                      <a:pt x="330" y="36"/>
                      <a:pt x="321" y="18"/>
                      <a:pt x="304" y="9"/>
                    </a:cubicBezTo>
                    <a:lnTo>
                      <a:pt x="304" y="9"/>
                    </a:lnTo>
                    <a:cubicBezTo>
                      <a:pt x="277" y="0"/>
                      <a:pt x="259" y="0"/>
                      <a:pt x="241" y="0"/>
                    </a:cubicBezTo>
                    <a:lnTo>
                      <a:pt x="241" y="0"/>
                    </a:lnTo>
                    <a:cubicBezTo>
                      <a:pt x="170" y="0"/>
                      <a:pt x="98" y="36"/>
                      <a:pt x="54" y="98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7;p48">
                <a:extLst>
                  <a:ext uri="{FF2B5EF4-FFF2-40B4-BE49-F238E27FC236}">
                    <a16:creationId xmlns:a16="http://schemas.microsoft.com/office/drawing/2014/main" id="{18CF088C-ADF8-6C28-B0D3-D3ED113DE639}"/>
                  </a:ext>
                </a:extLst>
              </p:cNvPr>
              <p:cNvSpPr/>
              <p:nvPr/>
            </p:nvSpPr>
            <p:spPr>
              <a:xfrm>
                <a:off x="3248670" y="4213043"/>
                <a:ext cx="407988" cy="309027"/>
              </a:xfrm>
              <a:custGeom>
                <a:avLst/>
                <a:gdLst/>
                <a:ahLst/>
                <a:cxnLst/>
                <a:rect l="l" t="t" r="r" b="b"/>
                <a:pathLst>
                  <a:path w="9342" h="7076" extrusionOk="0">
                    <a:moveTo>
                      <a:pt x="2865" y="54"/>
                    </a:moveTo>
                    <a:cubicBezTo>
                      <a:pt x="2704" y="90"/>
                      <a:pt x="2561" y="135"/>
                      <a:pt x="2419" y="197"/>
                    </a:cubicBezTo>
                    <a:lnTo>
                      <a:pt x="2419" y="197"/>
                    </a:lnTo>
                    <a:cubicBezTo>
                      <a:pt x="2419" y="197"/>
                      <a:pt x="2419" y="197"/>
                      <a:pt x="2419" y="206"/>
                    </a:cubicBezTo>
                    <a:lnTo>
                      <a:pt x="2419" y="206"/>
                    </a:lnTo>
                    <a:cubicBezTo>
                      <a:pt x="2062" y="367"/>
                      <a:pt x="1776" y="643"/>
                      <a:pt x="1651" y="964"/>
                    </a:cubicBezTo>
                    <a:lnTo>
                      <a:pt x="1651" y="964"/>
                    </a:lnTo>
                    <a:cubicBezTo>
                      <a:pt x="1633" y="1009"/>
                      <a:pt x="1607" y="1045"/>
                      <a:pt x="1580" y="1089"/>
                    </a:cubicBezTo>
                    <a:lnTo>
                      <a:pt x="1580" y="1089"/>
                    </a:lnTo>
                    <a:cubicBezTo>
                      <a:pt x="1571" y="1089"/>
                      <a:pt x="1562" y="1098"/>
                      <a:pt x="1562" y="1116"/>
                    </a:cubicBezTo>
                    <a:lnTo>
                      <a:pt x="1562" y="1116"/>
                    </a:lnTo>
                    <a:cubicBezTo>
                      <a:pt x="1562" y="1116"/>
                      <a:pt x="1562" y="1116"/>
                      <a:pt x="1562" y="1116"/>
                    </a:cubicBezTo>
                    <a:lnTo>
                      <a:pt x="1562" y="1116"/>
                    </a:lnTo>
                    <a:cubicBezTo>
                      <a:pt x="1446" y="1277"/>
                      <a:pt x="1259" y="1401"/>
                      <a:pt x="1089" y="1535"/>
                    </a:cubicBezTo>
                    <a:lnTo>
                      <a:pt x="1089" y="1535"/>
                    </a:lnTo>
                    <a:cubicBezTo>
                      <a:pt x="866" y="1696"/>
                      <a:pt x="634" y="1856"/>
                      <a:pt x="527" y="2071"/>
                    </a:cubicBezTo>
                    <a:lnTo>
                      <a:pt x="527" y="2071"/>
                    </a:lnTo>
                    <a:cubicBezTo>
                      <a:pt x="402" y="2311"/>
                      <a:pt x="402" y="2561"/>
                      <a:pt x="411" y="2802"/>
                    </a:cubicBezTo>
                    <a:lnTo>
                      <a:pt x="411" y="2802"/>
                    </a:lnTo>
                    <a:cubicBezTo>
                      <a:pt x="411" y="3052"/>
                      <a:pt x="411" y="3293"/>
                      <a:pt x="277" y="3525"/>
                    </a:cubicBezTo>
                    <a:lnTo>
                      <a:pt x="277" y="3525"/>
                    </a:lnTo>
                    <a:cubicBezTo>
                      <a:pt x="1" y="3989"/>
                      <a:pt x="90" y="4649"/>
                      <a:pt x="492" y="5095"/>
                    </a:cubicBezTo>
                    <a:lnTo>
                      <a:pt x="492" y="5095"/>
                    </a:lnTo>
                    <a:cubicBezTo>
                      <a:pt x="732" y="5362"/>
                      <a:pt x="1071" y="5559"/>
                      <a:pt x="1473" y="5657"/>
                    </a:cubicBezTo>
                    <a:lnTo>
                      <a:pt x="1473" y="5657"/>
                    </a:lnTo>
                    <a:cubicBezTo>
                      <a:pt x="1473" y="5657"/>
                      <a:pt x="1473" y="5657"/>
                      <a:pt x="1482" y="5657"/>
                    </a:cubicBezTo>
                    <a:lnTo>
                      <a:pt x="1482" y="5657"/>
                    </a:lnTo>
                    <a:cubicBezTo>
                      <a:pt x="1491" y="5657"/>
                      <a:pt x="1509" y="5648"/>
                      <a:pt x="1509" y="5630"/>
                    </a:cubicBezTo>
                    <a:lnTo>
                      <a:pt x="1509" y="5630"/>
                    </a:lnTo>
                    <a:cubicBezTo>
                      <a:pt x="1509" y="5621"/>
                      <a:pt x="1509" y="5621"/>
                      <a:pt x="1509" y="5612"/>
                    </a:cubicBezTo>
                    <a:lnTo>
                      <a:pt x="1509" y="5612"/>
                    </a:lnTo>
                    <a:cubicBezTo>
                      <a:pt x="1660" y="5987"/>
                      <a:pt x="1937" y="6299"/>
                      <a:pt x="2294" y="6469"/>
                    </a:cubicBezTo>
                    <a:lnTo>
                      <a:pt x="2294" y="6469"/>
                    </a:lnTo>
                    <a:cubicBezTo>
                      <a:pt x="2508" y="6567"/>
                      <a:pt x="2749" y="6620"/>
                      <a:pt x="2981" y="6665"/>
                    </a:cubicBezTo>
                    <a:lnTo>
                      <a:pt x="2981" y="6665"/>
                    </a:lnTo>
                    <a:cubicBezTo>
                      <a:pt x="3132" y="6692"/>
                      <a:pt x="3284" y="6718"/>
                      <a:pt x="3427" y="6763"/>
                    </a:cubicBezTo>
                    <a:lnTo>
                      <a:pt x="3427" y="6763"/>
                    </a:lnTo>
                    <a:cubicBezTo>
                      <a:pt x="3534" y="6799"/>
                      <a:pt x="3650" y="6843"/>
                      <a:pt x="3757" y="6879"/>
                    </a:cubicBezTo>
                    <a:lnTo>
                      <a:pt x="3757" y="6879"/>
                    </a:lnTo>
                    <a:cubicBezTo>
                      <a:pt x="3944" y="6959"/>
                      <a:pt x="4140" y="7031"/>
                      <a:pt x="4337" y="7057"/>
                    </a:cubicBezTo>
                    <a:lnTo>
                      <a:pt x="4337" y="7057"/>
                    </a:lnTo>
                    <a:cubicBezTo>
                      <a:pt x="4408" y="7066"/>
                      <a:pt x="4479" y="7075"/>
                      <a:pt x="4551" y="7075"/>
                    </a:cubicBezTo>
                    <a:lnTo>
                      <a:pt x="4551" y="7075"/>
                    </a:lnTo>
                    <a:cubicBezTo>
                      <a:pt x="5068" y="7075"/>
                      <a:pt x="5541" y="6808"/>
                      <a:pt x="5871" y="6558"/>
                    </a:cubicBezTo>
                    <a:lnTo>
                      <a:pt x="5871" y="6558"/>
                    </a:lnTo>
                    <a:cubicBezTo>
                      <a:pt x="6076" y="6406"/>
                      <a:pt x="6263" y="6237"/>
                      <a:pt x="6451" y="6076"/>
                    </a:cubicBezTo>
                    <a:lnTo>
                      <a:pt x="6451" y="6076"/>
                    </a:lnTo>
                    <a:cubicBezTo>
                      <a:pt x="6665" y="5880"/>
                      <a:pt x="6888" y="5684"/>
                      <a:pt x="7129" y="5514"/>
                    </a:cubicBezTo>
                    <a:lnTo>
                      <a:pt x="7129" y="5514"/>
                    </a:lnTo>
                    <a:cubicBezTo>
                      <a:pt x="7245" y="5434"/>
                      <a:pt x="7370" y="5362"/>
                      <a:pt x="7495" y="5282"/>
                    </a:cubicBezTo>
                    <a:lnTo>
                      <a:pt x="7495" y="5282"/>
                    </a:lnTo>
                    <a:cubicBezTo>
                      <a:pt x="7691" y="5157"/>
                      <a:pt x="7905" y="5032"/>
                      <a:pt x="8092" y="4872"/>
                    </a:cubicBezTo>
                    <a:lnTo>
                      <a:pt x="8092" y="4872"/>
                    </a:lnTo>
                    <a:cubicBezTo>
                      <a:pt x="8217" y="4756"/>
                      <a:pt x="8333" y="4640"/>
                      <a:pt x="8440" y="4506"/>
                    </a:cubicBezTo>
                    <a:lnTo>
                      <a:pt x="8440" y="4506"/>
                    </a:lnTo>
                    <a:lnTo>
                      <a:pt x="8440" y="4506"/>
                    </a:lnTo>
                    <a:lnTo>
                      <a:pt x="8440" y="4506"/>
                    </a:lnTo>
                    <a:cubicBezTo>
                      <a:pt x="8529" y="4399"/>
                      <a:pt x="8610" y="4283"/>
                      <a:pt x="8699" y="4176"/>
                    </a:cubicBezTo>
                    <a:lnTo>
                      <a:pt x="8699" y="4176"/>
                    </a:lnTo>
                    <a:cubicBezTo>
                      <a:pt x="8949" y="3846"/>
                      <a:pt x="9261" y="3427"/>
                      <a:pt x="9323" y="2945"/>
                    </a:cubicBezTo>
                    <a:lnTo>
                      <a:pt x="9323" y="2945"/>
                    </a:lnTo>
                    <a:cubicBezTo>
                      <a:pt x="9332" y="2865"/>
                      <a:pt x="9341" y="2784"/>
                      <a:pt x="9332" y="2686"/>
                    </a:cubicBezTo>
                    <a:lnTo>
                      <a:pt x="9332" y="2686"/>
                    </a:lnTo>
                    <a:cubicBezTo>
                      <a:pt x="9332" y="2686"/>
                      <a:pt x="9332" y="2677"/>
                      <a:pt x="9332" y="2668"/>
                    </a:cubicBezTo>
                    <a:lnTo>
                      <a:pt x="9332" y="2668"/>
                    </a:lnTo>
                    <a:cubicBezTo>
                      <a:pt x="9297" y="2106"/>
                      <a:pt x="9002" y="1375"/>
                      <a:pt x="8458" y="1241"/>
                    </a:cubicBezTo>
                    <a:lnTo>
                      <a:pt x="8458" y="1241"/>
                    </a:lnTo>
                    <a:cubicBezTo>
                      <a:pt x="8235" y="1187"/>
                      <a:pt x="7994" y="1214"/>
                      <a:pt x="7780" y="1259"/>
                    </a:cubicBezTo>
                    <a:lnTo>
                      <a:pt x="7780" y="1259"/>
                    </a:lnTo>
                    <a:cubicBezTo>
                      <a:pt x="7753" y="1187"/>
                      <a:pt x="7718" y="1134"/>
                      <a:pt x="7691" y="1071"/>
                    </a:cubicBezTo>
                    <a:lnTo>
                      <a:pt x="7691" y="1071"/>
                    </a:lnTo>
                    <a:cubicBezTo>
                      <a:pt x="7673" y="1045"/>
                      <a:pt x="7655" y="1009"/>
                      <a:pt x="7637" y="982"/>
                    </a:cubicBezTo>
                    <a:lnTo>
                      <a:pt x="7637" y="982"/>
                    </a:lnTo>
                    <a:cubicBezTo>
                      <a:pt x="7441" y="572"/>
                      <a:pt x="7200" y="331"/>
                      <a:pt x="6888" y="242"/>
                    </a:cubicBezTo>
                    <a:lnTo>
                      <a:pt x="6888" y="242"/>
                    </a:lnTo>
                    <a:cubicBezTo>
                      <a:pt x="6656" y="170"/>
                      <a:pt x="6406" y="206"/>
                      <a:pt x="6165" y="233"/>
                    </a:cubicBezTo>
                    <a:lnTo>
                      <a:pt x="6165" y="233"/>
                    </a:lnTo>
                    <a:cubicBezTo>
                      <a:pt x="6094" y="242"/>
                      <a:pt x="6014" y="251"/>
                      <a:pt x="5942" y="260"/>
                    </a:cubicBezTo>
                    <a:lnTo>
                      <a:pt x="5942" y="260"/>
                    </a:lnTo>
                    <a:cubicBezTo>
                      <a:pt x="5478" y="295"/>
                      <a:pt x="5006" y="215"/>
                      <a:pt x="4542" y="135"/>
                    </a:cubicBezTo>
                    <a:lnTo>
                      <a:pt x="4542" y="135"/>
                    </a:lnTo>
                    <a:lnTo>
                      <a:pt x="4408" y="117"/>
                    </a:lnTo>
                    <a:cubicBezTo>
                      <a:pt x="4087" y="54"/>
                      <a:pt x="3739" y="1"/>
                      <a:pt x="3400" y="1"/>
                    </a:cubicBezTo>
                    <a:lnTo>
                      <a:pt x="3400" y="1"/>
                    </a:lnTo>
                    <a:cubicBezTo>
                      <a:pt x="3221" y="1"/>
                      <a:pt x="3043" y="19"/>
                      <a:pt x="2865" y="54"/>
                    </a:cubicBezTo>
                    <a:moveTo>
                      <a:pt x="2579" y="884"/>
                    </a:moveTo>
                    <a:cubicBezTo>
                      <a:pt x="2552" y="875"/>
                      <a:pt x="2526" y="848"/>
                      <a:pt x="2499" y="813"/>
                    </a:cubicBezTo>
                    <a:lnTo>
                      <a:pt x="2499" y="813"/>
                    </a:lnTo>
                    <a:cubicBezTo>
                      <a:pt x="2383" y="643"/>
                      <a:pt x="2365" y="429"/>
                      <a:pt x="2454" y="251"/>
                    </a:cubicBezTo>
                    <a:lnTo>
                      <a:pt x="2454" y="251"/>
                    </a:lnTo>
                    <a:cubicBezTo>
                      <a:pt x="2588" y="197"/>
                      <a:pt x="2722" y="144"/>
                      <a:pt x="2873" y="117"/>
                    </a:cubicBezTo>
                    <a:lnTo>
                      <a:pt x="2873" y="117"/>
                    </a:lnTo>
                    <a:cubicBezTo>
                      <a:pt x="3346" y="19"/>
                      <a:pt x="3828" y="81"/>
                      <a:pt x="4292" y="153"/>
                    </a:cubicBezTo>
                    <a:lnTo>
                      <a:pt x="4292" y="153"/>
                    </a:lnTo>
                    <a:cubicBezTo>
                      <a:pt x="4292" y="161"/>
                      <a:pt x="4301" y="170"/>
                      <a:pt x="4310" y="170"/>
                    </a:cubicBezTo>
                    <a:lnTo>
                      <a:pt x="4310" y="170"/>
                    </a:lnTo>
                    <a:cubicBezTo>
                      <a:pt x="4372" y="188"/>
                      <a:pt x="4426" y="251"/>
                      <a:pt x="4435" y="322"/>
                    </a:cubicBezTo>
                    <a:lnTo>
                      <a:pt x="4435" y="322"/>
                    </a:lnTo>
                    <a:cubicBezTo>
                      <a:pt x="4435" y="385"/>
                      <a:pt x="4390" y="456"/>
                      <a:pt x="4319" y="474"/>
                    </a:cubicBezTo>
                    <a:lnTo>
                      <a:pt x="4319" y="474"/>
                    </a:lnTo>
                    <a:cubicBezTo>
                      <a:pt x="4310" y="483"/>
                      <a:pt x="4301" y="500"/>
                      <a:pt x="4301" y="518"/>
                    </a:cubicBezTo>
                    <a:lnTo>
                      <a:pt x="4301" y="518"/>
                    </a:lnTo>
                    <a:cubicBezTo>
                      <a:pt x="4310" y="527"/>
                      <a:pt x="4319" y="536"/>
                      <a:pt x="4328" y="536"/>
                    </a:cubicBezTo>
                    <a:lnTo>
                      <a:pt x="4328" y="536"/>
                    </a:lnTo>
                    <a:cubicBezTo>
                      <a:pt x="4337" y="536"/>
                      <a:pt x="4337" y="536"/>
                      <a:pt x="4345" y="536"/>
                    </a:cubicBezTo>
                    <a:lnTo>
                      <a:pt x="4345" y="536"/>
                    </a:lnTo>
                    <a:cubicBezTo>
                      <a:pt x="4435" y="509"/>
                      <a:pt x="4497" y="411"/>
                      <a:pt x="4497" y="313"/>
                    </a:cubicBezTo>
                    <a:lnTo>
                      <a:pt x="4497" y="313"/>
                    </a:lnTo>
                    <a:cubicBezTo>
                      <a:pt x="4497" y="269"/>
                      <a:pt x="4470" y="224"/>
                      <a:pt x="4444" y="179"/>
                    </a:cubicBezTo>
                    <a:lnTo>
                      <a:pt x="4444" y="179"/>
                    </a:lnTo>
                    <a:lnTo>
                      <a:pt x="4533" y="197"/>
                    </a:lnTo>
                    <a:cubicBezTo>
                      <a:pt x="4899" y="260"/>
                      <a:pt x="5273" y="331"/>
                      <a:pt x="5648" y="331"/>
                    </a:cubicBezTo>
                    <a:lnTo>
                      <a:pt x="5648" y="331"/>
                    </a:lnTo>
                    <a:cubicBezTo>
                      <a:pt x="5648" y="331"/>
                      <a:pt x="5648" y="331"/>
                      <a:pt x="5657" y="331"/>
                    </a:cubicBezTo>
                    <a:lnTo>
                      <a:pt x="5657" y="331"/>
                    </a:lnTo>
                    <a:cubicBezTo>
                      <a:pt x="5666" y="331"/>
                      <a:pt x="5666" y="331"/>
                      <a:pt x="5675" y="331"/>
                    </a:cubicBezTo>
                    <a:lnTo>
                      <a:pt x="5675" y="331"/>
                    </a:lnTo>
                    <a:lnTo>
                      <a:pt x="5684" y="331"/>
                    </a:lnTo>
                    <a:cubicBezTo>
                      <a:pt x="5826" y="340"/>
                      <a:pt x="5960" y="465"/>
                      <a:pt x="6014" y="599"/>
                    </a:cubicBezTo>
                    <a:lnTo>
                      <a:pt x="6014" y="599"/>
                    </a:lnTo>
                    <a:cubicBezTo>
                      <a:pt x="6076" y="732"/>
                      <a:pt x="6032" y="911"/>
                      <a:pt x="5916" y="1009"/>
                    </a:cubicBezTo>
                    <a:lnTo>
                      <a:pt x="5916" y="1009"/>
                    </a:lnTo>
                    <a:cubicBezTo>
                      <a:pt x="5907" y="1018"/>
                      <a:pt x="5907" y="1027"/>
                      <a:pt x="5907" y="1036"/>
                    </a:cubicBezTo>
                    <a:lnTo>
                      <a:pt x="5907" y="1036"/>
                    </a:lnTo>
                    <a:cubicBezTo>
                      <a:pt x="5907" y="1054"/>
                      <a:pt x="5916" y="1062"/>
                      <a:pt x="5924" y="1062"/>
                    </a:cubicBezTo>
                    <a:lnTo>
                      <a:pt x="5924" y="1062"/>
                    </a:lnTo>
                    <a:lnTo>
                      <a:pt x="6005" y="1089"/>
                    </a:lnTo>
                    <a:cubicBezTo>
                      <a:pt x="6014" y="1089"/>
                      <a:pt x="6014" y="1089"/>
                      <a:pt x="6014" y="1089"/>
                    </a:cubicBezTo>
                    <a:lnTo>
                      <a:pt x="6014" y="1089"/>
                    </a:lnTo>
                    <a:cubicBezTo>
                      <a:pt x="6032" y="1089"/>
                      <a:pt x="6040" y="1080"/>
                      <a:pt x="6049" y="1062"/>
                    </a:cubicBezTo>
                    <a:lnTo>
                      <a:pt x="6049" y="1062"/>
                    </a:lnTo>
                    <a:cubicBezTo>
                      <a:pt x="6049" y="1054"/>
                      <a:pt x="6040" y="1036"/>
                      <a:pt x="6023" y="1027"/>
                    </a:cubicBezTo>
                    <a:lnTo>
                      <a:pt x="6023" y="1027"/>
                    </a:lnTo>
                    <a:lnTo>
                      <a:pt x="5996" y="1018"/>
                    </a:lnTo>
                    <a:cubicBezTo>
                      <a:pt x="6103" y="902"/>
                      <a:pt x="6139" y="724"/>
                      <a:pt x="6076" y="572"/>
                    </a:cubicBezTo>
                    <a:lnTo>
                      <a:pt x="6076" y="572"/>
                    </a:lnTo>
                    <a:cubicBezTo>
                      <a:pt x="6032" y="474"/>
                      <a:pt x="5960" y="385"/>
                      <a:pt x="5862" y="331"/>
                    </a:cubicBezTo>
                    <a:lnTo>
                      <a:pt x="5862" y="331"/>
                    </a:lnTo>
                    <a:cubicBezTo>
                      <a:pt x="5889" y="322"/>
                      <a:pt x="5916" y="322"/>
                      <a:pt x="5942" y="322"/>
                    </a:cubicBezTo>
                    <a:lnTo>
                      <a:pt x="5942" y="322"/>
                    </a:lnTo>
                    <a:cubicBezTo>
                      <a:pt x="6023" y="313"/>
                      <a:pt x="6103" y="304"/>
                      <a:pt x="6174" y="295"/>
                    </a:cubicBezTo>
                    <a:lnTo>
                      <a:pt x="6174" y="295"/>
                    </a:lnTo>
                    <a:cubicBezTo>
                      <a:pt x="6406" y="269"/>
                      <a:pt x="6647" y="242"/>
                      <a:pt x="6870" y="304"/>
                    </a:cubicBezTo>
                    <a:lnTo>
                      <a:pt x="6870" y="304"/>
                    </a:lnTo>
                    <a:cubicBezTo>
                      <a:pt x="6906" y="313"/>
                      <a:pt x="6933" y="322"/>
                      <a:pt x="6959" y="331"/>
                    </a:cubicBezTo>
                    <a:lnTo>
                      <a:pt x="6959" y="331"/>
                    </a:lnTo>
                    <a:cubicBezTo>
                      <a:pt x="6950" y="349"/>
                      <a:pt x="6950" y="358"/>
                      <a:pt x="6959" y="367"/>
                    </a:cubicBezTo>
                    <a:lnTo>
                      <a:pt x="6959" y="367"/>
                    </a:lnTo>
                    <a:cubicBezTo>
                      <a:pt x="7022" y="429"/>
                      <a:pt x="7066" y="509"/>
                      <a:pt x="7075" y="599"/>
                    </a:cubicBezTo>
                    <a:lnTo>
                      <a:pt x="7075" y="599"/>
                    </a:lnTo>
                    <a:cubicBezTo>
                      <a:pt x="7075" y="616"/>
                      <a:pt x="7093" y="625"/>
                      <a:pt x="7111" y="625"/>
                    </a:cubicBezTo>
                    <a:lnTo>
                      <a:pt x="7111" y="625"/>
                    </a:lnTo>
                    <a:cubicBezTo>
                      <a:pt x="7111" y="625"/>
                      <a:pt x="7111" y="625"/>
                      <a:pt x="7111" y="625"/>
                    </a:cubicBezTo>
                    <a:lnTo>
                      <a:pt x="7111" y="625"/>
                    </a:lnTo>
                    <a:cubicBezTo>
                      <a:pt x="7129" y="625"/>
                      <a:pt x="7138" y="608"/>
                      <a:pt x="7138" y="590"/>
                    </a:cubicBezTo>
                    <a:lnTo>
                      <a:pt x="7138" y="590"/>
                    </a:lnTo>
                    <a:cubicBezTo>
                      <a:pt x="7129" y="518"/>
                      <a:pt x="7102" y="447"/>
                      <a:pt x="7057" y="385"/>
                    </a:cubicBezTo>
                    <a:lnTo>
                      <a:pt x="7057" y="385"/>
                    </a:lnTo>
                    <a:cubicBezTo>
                      <a:pt x="7263" y="500"/>
                      <a:pt x="7441" y="706"/>
                      <a:pt x="7584" y="1009"/>
                    </a:cubicBezTo>
                    <a:lnTo>
                      <a:pt x="7584" y="1009"/>
                    </a:lnTo>
                    <a:cubicBezTo>
                      <a:pt x="7602" y="1045"/>
                      <a:pt x="7619" y="1071"/>
                      <a:pt x="7637" y="1098"/>
                    </a:cubicBezTo>
                    <a:lnTo>
                      <a:pt x="7637" y="1098"/>
                    </a:lnTo>
                    <a:cubicBezTo>
                      <a:pt x="7664" y="1161"/>
                      <a:pt x="7691" y="1205"/>
                      <a:pt x="7718" y="1277"/>
                    </a:cubicBezTo>
                    <a:lnTo>
                      <a:pt x="7718" y="1277"/>
                    </a:lnTo>
                    <a:cubicBezTo>
                      <a:pt x="7664" y="1294"/>
                      <a:pt x="7611" y="1303"/>
                      <a:pt x="7557" y="1321"/>
                    </a:cubicBezTo>
                    <a:lnTo>
                      <a:pt x="7557" y="1321"/>
                    </a:lnTo>
                    <a:cubicBezTo>
                      <a:pt x="7414" y="1366"/>
                      <a:pt x="7280" y="1294"/>
                      <a:pt x="7138" y="1223"/>
                    </a:cubicBezTo>
                    <a:lnTo>
                      <a:pt x="7138" y="1223"/>
                    </a:lnTo>
                    <a:cubicBezTo>
                      <a:pt x="7013" y="1161"/>
                      <a:pt x="6888" y="1098"/>
                      <a:pt x="6736" y="1107"/>
                    </a:cubicBezTo>
                    <a:lnTo>
                      <a:pt x="6736" y="1107"/>
                    </a:lnTo>
                    <a:lnTo>
                      <a:pt x="6736" y="1107"/>
                    </a:lnTo>
                    <a:lnTo>
                      <a:pt x="6736" y="1107"/>
                    </a:lnTo>
                    <a:cubicBezTo>
                      <a:pt x="6727" y="1107"/>
                      <a:pt x="6718" y="1107"/>
                      <a:pt x="6710" y="1107"/>
                    </a:cubicBezTo>
                    <a:lnTo>
                      <a:pt x="6710" y="1107"/>
                    </a:lnTo>
                    <a:cubicBezTo>
                      <a:pt x="6558" y="1116"/>
                      <a:pt x="6397" y="1178"/>
                      <a:pt x="6246" y="1232"/>
                    </a:cubicBezTo>
                    <a:lnTo>
                      <a:pt x="6246" y="1232"/>
                    </a:lnTo>
                    <a:cubicBezTo>
                      <a:pt x="6040" y="1312"/>
                      <a:pt x="5826" y="1393"/>
                      <a:pt x="5630" y="1348"/>
                    </a:cubicBezTo>
                    <a:lnTo>
                      <a:pt x="5630" y="1348"/>
                    </a:lnTo>
                    <a:cubicBezTo>
                      <a:pt x="5166" y="1250"/>
                      <a:pt x="4818" y="1286"/>
                      <a:pt x="4560" y="1464"/>
                    </a:cubicBezTo>
                    <a:lnTo>
                      <a:pt x="4560" y="1464"/>
                    </a:lnTo>
                    <a:cubicBezTo>
                      <a:pt x="4461" y="1526"/>
                      <a:pt x="4337" y="1589"/>
                      <a:pt x="4212" y="1642"/>
                    </a:cubicBezTo>
                    <a:lnTo>
                      <a:pt x="4212" y="1642"/>
                    </a:lnTo>
                    <a:cubicBezTo>
                      <a:pt x="4238" y="1455"/>
                      <a:pt x="4221" y="1205"/>
                      <a:pt x="4140" y="1071"/>
                    </a:cubicBezTo>
                    <a:lnTo>
                      <a:pt x="4140" y="1071"/>
                    </a:lnTo>
                    <a:cubicBezTo>
                      <a:pt x="4042" y="920"/>
                      <a:pt x="3873" y="813"/>
                      <a:pt x="3703" y="777"/>
                    </a:cubicBezTo>
                    <a:lnTo>
                      <a:pt x="3703" y="777"/>
                    </a:lnTo>
                    <a:cubicBezTo>
                      <a:pt x="3667" y="777"/>
                      <a:pt x="3623" y="768"/>
                      <a:pt x="3596" y="768"/>
                    </a:cubicBezTo>
                    <a:lnTo>
                      <a:pt x="3596" y="768"/>
                    </a:lnTo>
                    <a:cubicBezTo>
                      <a:pt x="3543" y="768"/>
                      <a:pt x="3489" y="759"/>
                      <a:pt x="3444" y="750"/>
                    </a:cubicBezTo>
                    <a:lnTo>
                      <a:pt x="3444" y="750"/>
                    </a:lnTo>
                    <a:cubicBezTo>
                      <a:pt x="3364" y="724"/>
                      <a:pt x="3293" y="670"/>
                      <a:pt x="3284" y="599"/>
                    </a:cubicBezTo>
                    <a:lnTo>
                      <a:pt x="3284" y="599"/>
                    </a:lnTo>
                    <a:cubicBezTo>
                      <a:pt x="3284" y="581"/>
                      <a:pt x="3266" y="572"/>
                      <a:pt x="3257" y="572"/>
                    </a:cubicBezTo>
                    <a:lnTo>
                      <a:pt x="3257" y="572"/>
                    </a:lnTo>
                    <a:cubicBezTo>
                      <a:pt x="3239" y="572"/>
                      <a:pt x="3221" y="590"/>
                      <a:pt x="3221" y="608"/>
                    </a:cubicBezTo>
                    <a:lnTo>
                      <a:pt x="3221" y="608"/>
                    </a:lnTo>
                    <a:cubicBezTo>
                      <a:pt x="3230" y="706"/>
                      <a:pt x="3328" y="786"/>
                      <a:pt x="3427" y="804"/>
                    </a:cubicBezTo>
                    <a:lnTo>
                      <a:pt x="3427" y="804"/>
                    </a:lnTo>
                    <a:cubicBezTo>
                      <a:pt x="3480" y="822"/>
                      <a:pt x="3534" y="831"/>
                      <a:pt x="3587" y="831"/>
                    </a:cubicBezTo>
                    <a:lnTo>
                      <a:pt x="3587" y="831"/>
                    </a:lnTo>
                    <a:cubicBezTo>
                      <a:pt x="3623" y="831"/>
                      <a:pt x="3659" y="839"/>
                      <a:pt x="3685" y="839"/>
                    </a:cubicBezTo>
                    <a:lnTo>
                      <a:pt x="3685" y="839"/>
                    </a:lnTo>
                    <a:cubicBezTo>
                      <a:pt x="3846" y="866"/>
                      <a:pt x="3998" y="964"/>
                      <a:pt x="4087" y="1098"/>
                    </a:cubicBezTo>
                    <a:lnTo>
                      <a:pt x="4087" y="1098"/>
                    </a:lnTo>
                    <a:cubicBezTo>
                      <a:pt x="4167" y="1232"/>
                      <a:pt x="4176" y="1500"/>
                      <a:pt x="4140" y="1669"/>
                    </a:cubicBezTo>
                    <a:lnTo>
                      <a:pt x="4140" y="1669"/>
                    </a:lnTo>
                    <a:cubicBezTo>
                      <a:pt x="4131" y="1669"/>
                      <a:pt x="4122" y="1678"/>
                      <a:pt x="4114" y="1678"/>
                    </a:cubicBezTo>
                    <a:lnTo>
                      <a:pt x="4114" y="1678"/>
                    </a:lnTo>
                    <a:cubicBezTo>
                      <a:pt x="3971" y="1732"/>
                      <a:pt x="3828" y="1794"/>
                      <a:pt x="3712" y="1865"/>
                    </a:cubicBezTo>
                    <a:lnTo>
                      <a:pt x="3712" y="1865"/>
                    </a:lnTo>
                    <a:cubicBezTo>
                      <a:pt x="3676" y="1865"/>
                      <a:pt x="3650" y="1874"/>
                      <a:pt x="3632" y="1883"/>
                    </a:cubicBezTo>
                    <a:lnTo>
                      <a:pt x="3632" y="1883"/>
                    </a:lnTo>
                    <a:cubicBezTo>
                      <a:pt x="3623" y="1883"/>
                      <a:pt x="3623" y="1883"/>
                      <a:pt x="3623" y="1883"/>
                    </a:cubicBezTo>
                    <a:lnTo>
                      <a:pt x="3623" y="1883"/>
                    </a:lnTo>
                    <a:cubicBezTo>
                      <a:pt x="3632" y="1874"/>
                      <a:pt x="3623" y="1856"/>
                      <a:pt x="3614" y="1848"/>
                    </a:cubicBezTo>
                    <a:lnTo>
                      <a:pt x="3614" y="1848"/>
                    </a:lnTo>
                    <a:cubicBezTo>
                      <a:pt x="3507" y="1767"/>
                      <a:pt x="3364" y="1740"/>
                      <a:pt x="3230" y="1776"/>
                    </a:cubicBezTo>
                    <a:lnTo>
                      <a:pt x="3230" y="1776"/>
                    </a:lnTo>
                    <a:cubicBezTo>
                      <a:pt x="3105" y="1803"/>
                      <a:pt x="2989" y="1892"/>
                      <a:pt x="2927" y="2008"/>
                    </a:cubicBezTo>
                    <a:lnTo>
                      <a:pt x="2927" y="2008"/>
                    </a:lnTo>
                    <a:cubicBezTo>
                      <a:pt x="2927" y="2026"/>
                      <a:pt x="2927" y="2044"/>
                      <a:pt x="2945" y="2053"/>
                    </a:cubicBezTo>
                    <a:lnTo>
                      <a:pt x="2945" y="2053"/>
                    </a:lnTo>
                    <a:cubicBezTo>
                      <a:pt x="2945" y="2053"/>
                      <a:pt x="2954" y="2062"/>
                      <a:pt x="2963" y="2062"/>
                    </a:cubicBezTo>
                    <a:lnTo>
                      <a:pt x="2963" y="2062"/>
                    </a:lnTo>
                    <a:cubicBezTo>
                      <a:pt x="2972" y="2062"/>
                      <a:pt x="2981" y="2053"/>
                      <a:pt x="2981" y="2044"/>
                    </a:cubicBezTo>
                    <a:lnTo>
                      <a:pt x="2981" y="2044"/>
                    </a:lnTo>
                    <a:lnTo>
                      <a:pt x="3025" y="1999"/>
                    </a:lnTo>
                    <a:cubicBezTo>
                      <a:pt x="3025" y="1999"/>
                      <a:pt x="3025" y="1981"/>
                      <a:pt x="3025" y="1972"/>
                    </a:cubicBezTo>
                    <a:lnTo>
                      <a:pt x="3025" y="1972"/>
                    </a:lnTo>
                    <a:cubicBezTo>
                      <a:pt x="3079" y="1910"/>
                      <a:pt x="3159" y="1856"/>
                      <a:pt x="3248" y="1830"/>
                    </a:cubicBezTo>
                    <a:lnTo>
                      <a:pt x="3248" y="1830"/>
                    </a:lnTo>
                    <a:cubicBezTo>
                      <a:pt x="3355" y="1803"/>
                      <a:pt x="3480" y="1830"/>
                      <a:pt x="3578" y="1892"/>
                    </a:cubicBezTo>
                    <a:lnTo>
                      <a:pt x="3578" y="1892"/>
                    </a:lnTo>
                    <a:cubicBezTo>
                      <a:pt x="3587" y="1901"/>
                      <a:pt x="3596" y="1901"/>
                      <a:pt x="3614" y="1901"/>
                    </a:cubicBezTo>
                    <a:lnTo>
                      <a:pt x="3614" y="1901"/>
                    </a:lnTo>
                    <a:cubicBezTo>
                      <a:pt x="3605" y="1901"/>
                      <a:pt x="3605" y="1910"/>
                      <a:pt x="3605" y="1919"/>
                    </a:cubicBezTo>
                    <a:lnTo>
                      <a:pt x="3605" y="1919"/>
                    </a:lnTo>
                    <a:cubicBezTo>
                      <a:pt x="3614" y="1919"/>
                      <a:pt x="3614" y="1919"/>
                      <a:pt x="3614" y="1919"/>
                    </a:cubicBezTo>
                    <a:lnTo>
                      <a:pt x="3614" y="1919"/>
                    </a:lnTo>
                    <a:cubicBezTo>
                      <a:pt x="3569" y="1955"/>
                      <a:pt x="3534" y="1981"/>
                      <a:pt x="3498" y="2008"/>
                    </a:cubicBezTo>
                    <a:lnTo>
                      <a:pt x="3498" y="2008"/>
                    </a:lnTo>
                    <a:cubicBezTo>
                      <a:pt x="3382" y="2133"/>
                      <a:pt x="3311" y="2267"/>
                      <a:pt x="3239" y="2392"/>
                    </a:cubicBezTo>
                    <a:lnTo>
                      <a:pt x="3239" y="2392"/>
                    </a:lnTo>
                    <a:cubicBezTo>
                      <a:pt x="3132" y="2561"/>
                      <a:pt x="3043" y="2731"/>
                      <a:pt x="2829" y="2829"/>
                    </a:cubicBezTo>
                    <a:lnTo>
                      <a:pt x="2829" y="2829"/>
                    </a:lnTo>
                    <a:cubicBezTo>
                      <a:pt x="2731" y="2882"/>
                      <a:pt x="2624" y="2945"/>
                      <a:pt x="2526" y="3007"/>
                    </a:cubicBezTo>
                    <a:lnTo>
                      <a:pt x="2526" y="3007"/>
                    </a:lnTo>
                    <a:cubicBezTo>
                      <a:pt x="2552" y="2900"/>
                      <a:pt x="2534" y="2775"/>
                      <a:pt x="2481" y="2677"/>
                    </a:cubicBezTo>
                    <a:lnTo>
                      <a:pt x="2481" y="2677"/>
                    </a:lnTo>
                    <a:cubicBezTo>
                      <a:pt x="2419" y="2552"/>
                      <a:pt x="2294" y="2463"/>
                      <a:pt x="2124" y="2401"/>
                    </a:cubicBezTo>
                    <a:lnTo>
                      <a:pt x="2124" y="2401"/>
                    </a:lnTo>
                    <a:cubicBezTo>
                      <a:pt x="2008" y="2374"/>
                      <a:pt x="1892" y="2356"/>
                      <a:pt x="1785" y="2338"/>
                    </a:cubicBezTo>
                    <a:lnTo>
                      <a:pt x="1785" y="2338"/>
                    </a:lnTo>
                    <a:cubicBezTo>
                      <a:pt x="1749" y="2338"/>
                      <a:pt x="1714" y="2329"/>
                      <a:pt x="1678" y="2329"/>
                    </a:cubicBezTo>
                    <a:lnTo>
                      <a:pt x="1678" y="2329"/>
                    </a:lnTo>
                    <a:cubicBezTo>
                      <a:pt x="1633" y="2320"/>
                      <a:pt x="1580" y="2311"/>
                      <a:pt x="1544" y="2285"/>
                    </a:cubicBezTo>
                    <a:lnTo>
                      <a:pt x="1544" y="2285"/>
                    </a:lnTo>
                    <a:cubicBezTo>
                      <a:pt x="1509" y="2267"/>
                      <a:pt x="1482" y="2231"/>
                      <a:pt x="1482" y="2187"/>
                    </a:cubicBezTo>
                    <a:lnTo>
                      <a:pt x="1482" y="2187"/>
                    </a:lnTo>
                    <a:cubicBezTo>
                      <a:pt x="1491" y="2169"/>
                      <a:pt x="1500" y="2151"/>
                      <a:pt x="1517" y="2142"/>
                    </a:cubicBezTo>
                    <a:lnTo>
                      <a:pt x="1517" y="2142"/>
                    </a:lnTo>
                    <a:cubicBezTo>
                      <a:pt x="1526" y="2133"/>
                      <a:pt x="1535" y="2133"/>
                      <a:pt x="1553" y="2133"/>
                    </a:cubicBezTo>
                    <a:lnTo>
                      <a:pt x="1553" y="2133"/>
                    </a:lnTo>
                    <a:cubicBezTo>
                      <a:pt x="1571" y="2142"/>
                      <a:pt x="1589" y="2133"/>
                      <a:pt x="1589" y="2115"/>
                    </a:cubicBezTo>
                    <a:lnTo>
                      <a:pt x="1589" y="2115"/>
                    </a:lnTo>
                    <a:cubicBezTo>
                      <a:pt x="1598" y="2097"/>
                      <a:pt x="1589" y="2079"/>
                      <a:pt x="1571" y="2079"/>
                    </a:cubicBezTo>
                    <a:lnTo>
                      <a:pt x="1571" y="2079"/>
                    </a:lnTo>
                    <a:cubicBezTo>
                      <a:pt x="1544" y="2062"/>
                      <a:pt x="1509" y="2071"/>
                      <a:pt x="1482" y="2088"/>
                    </a:cubicBezTo>
                    <a:lnTo>
                      <a:pt x="1482" y="2088"/>
                    </a:lnTo>
                    <a:cubicBezTo>
                      <a:pt x="1446" y="2106"/>
                      <a:pt x="1428" y="2142"/>
                      <a:pt x="1419" y="2187"/>
                    </a:cubicBezTo>
                    <a:lnTo>
                      <a:pt x="1419" y="2187"/>
                    </a:lnTo>
                    <a:cubicBezTo>
                      <a:pt x="1419" y="2240"/>
                      <a:pt x="1455" y="2303"/>
                      <a:pt x="1509" y="2338"/>
                    </a:cubicBezTo>
                    <a:lnTo>
                      <a:pt x="1509" y="2338"/>
                    </a:lnTo>
                    <a:cubicBezTo>
                      <a:pt x="1562" y="2374"/>
                      <a:pt x="1616" y="2383"/>
                      <a:pt x="1669" y="2392"/>
                    </a:cubicBezTo>
                    <a:lnTo>
                      <a:pt x="1669" y="2392"/>
                    </a:lnTo>
                    <a:cubicBezTo>
                      <a:pt x="1705" y="2392"/>
                      <a:pt x="1741" y="2401"/>
                      <a:pt x="1776" y="2401"/>
                    </a:cubicBezTo>
                    <a:lnTo>
                      <a:pt x="1776" y="2401"/>
                    </a:lnTo>
                    <a:cubicBezTo>
                      <a:pt x="1883" y="2418"/>
                      <a:pt x="1999" y="2427"/>
                      <a:pt x="2097" y="2463"/>
                    </a:cubicBezTo>
                    <a:lnTo>
                      <a:pt x="2097" y="2463"/>
                    </a:lnTo>
                    <a:cubicBezTo>
                      <a:pt x="2258" y="2517"/>
                      <a:pt x="2374" y="2597"/>
                      <a:pt x="2427" y="2713"/>
                    </a:cubicBezTo>
                    <a:lnTo>
                      <a:pt x="2427" y="2713"/>
                    </a:lnTo>
                    <a:cubicBezTo>
                      <a:pt x="2490" y="2838"/>
                      <a:pt x="2499" y="3016"/>
                      <a:pt x="2410" y="3088"/>
                    </a:cubicBezTo>
                    <a:lnTo>
                      <a:pt x="2410" y="3088"/>
                    </a:lnTo>
                    <a:cubicBezTo>
                      <a:pt x="2410" y="3088"/>
                      <a:pt x="2410" y="3088"/>
                      <a:pt x="2410" y="3088"/>
                    </a:cubicBezTo>
                    <a:lnTo>
                      <a:pt x="2410" y="3088"/>
                    </a:lnTo>
                    <a:cubicBezTo>
                      <a:pt x="2178" y="3248"/>
                      <a:pt x="1990" y="3435"/>
                      <a:pt x="1830" y="3641"/>
                    </a:cubicBezTo>
                    <a:lnTo>
                      <a:pt x="1830" y="3641"/>
                    </a:lnTo>
                    <a:cubicBezTo>
                      <a:pt x="1856" y="3435"/>
                      <a:pt x="1776" y="3221"/>
                      <a:pt x="1598" y="3088"/>
                    </a:cubicBezTo>
                    <a:lnTo>
                      <a:pt x="1598" y="3088"/>
                    </a:lnTo>
                    <a:cubicBezTo>
                      <a:pt x="1589" y="3079"/>
                      <a:pt x="1571" y="3079"/>
                      <a:pt x="1562" y="3096"/>
                    </a:cubicBezTo>
                    <a:lnTo>
                      <a:pt x="1562" y="3096"/>
                    </a:lnTo>
                    <a:cubicBezTo>
                      <a:pt x="1544" y="3105"/>
                      <a:pt x="1553" y="3123"/>
                      <a:pt x="1562" y="3132"/>
                    </a:cubicBezTo>
                    <a:lnTo>
                      <a:pt x="1562" y="3132"/>
                    </a:lnTo>
                    <a:cubicBezTo>
                      <a:pt x="1767" y="3293"/>
                      <a:pt x="1830" y="3578"/>
                      <a:pt x="1714" y="3801"/>
                    </a:cubicBezTo>
                    <a:lnTo>
                      <a:pt x="1714" y="3801"/>
                    </a:lnTo>
                    <a:cubicBezTo>
                      <a:pt x="1714" y="3801"/>
                      <a:pt x="1714" y="3801"/>
                      <a:pt x="1714" y="3801"/>
                    </a:cubicBezTo>
                    <a:lnTo>
                      <a:pt x="1714" y="3801"/>
                    </a:lnTo>
                    <a:cubicBezTo>
                      <a:pt x="1669" y="3864"/>
                      <a:pt x="1633" y="3935"/>
                      <a:pt x="1598" y="3998"/>
                    </a:cubicBezTo>
                    <a:lnTo>
                      <a:pt x="1598" y="3998"/>
                    </a:lnTo>
                    <a:cubicBezTo>
                      <a:pt x="1598" y="3998"/>
                      <a:pt x="1598" y="3998"/>
                      <a:pt x="1598" y="4006"/>
                    </a:cubicBezTo>
                    <a:lnTo>
                      <a:pt x="1598" y="4006"/>
                    </a:lnTo>
                    <a:cubicBezTo>
                      <a:pt x="1509" y="4167"/>
                      <a:pt x="1446" y="4345"/>
                      <a:pt x="1410" y="4524"/>
                    </a:cubicBezTo>
                    <a:lnTo>
                      <a:pt x="1410" y="4524"/>
                    </a:lnTo>
                    <a:cubicBezTo>
                      <a:pt x="1330" y="4899"/>
                      <a:pt x="1375" y="5273"/>
                      <a:pt x="1509" y="5603"/>
                    </a:cubicBezTo>
                    <a:lnTo>
                      <a:pt x="1509" y="5603"/>
                    </a:lnTo>
                    <a:cubicBezTo>
                      <a:pt x="1500" y="5594"/>
                      <a:pt x="1491" y="5594"/>
                      <a:pt x="1482" y="5594"/>
                    </a:cubicBezTo>
                    <a:lnTo>
                      <a:pt x="1482" y="5594"/>
                    </a:lnTo>
                    <a:cubicBezTo>
                      <a:pt x="1178" y="5514"/>
                      <a:pt x="902" y="5380"/>
                      <a:pt x="688" y="5193"/>
                    </a:cubicBezTo>
                    <a:lnTo>
                      <a:pt x="688" y="5193"/>
                    </a:lnTo>
                    <a:cubicBezTo>
                      <a:pt x="688" y="5193"/>
                      <a:pt x="688" y="5193"/>
                      <a:pt x="688" y="5193"/>
                    </a:cubicBezTo>
                    <a:lnTo>
                      <a:pt x="688" y="5193"/>
                    </a:lnTo>
                    <a:cubicBezTo>
                      <a:pt x="697" y="5175"/>
                      <a:pt x="679" y="5157"/>
                      <a:pt x="670" y="5157"/>
                    </a:cubicBezTo>
                    <a:lnTo>
                      <a:pt x="670" y="5157"/>
                    </a:lnTo>
                    <a:cubicBezTo>
                      <a:pt x="625" y="5139"/>
                      <a:pt x="608" y="5095"/>
                      <a:pt x="616" y="5050"/>
                    </a:cubicBezTo>
                    <a:lnTo>
                      <a:pt x="616" y="5050"/>
                    </a:lnTo>
                    <a:cubicBezTo>
                      <a:pt x="625" y="5006"/>
                      <a:pt x="661" y="4952"/>
                      <a:pt x="688" y="4916"/>
                    </a:cubicBezTo>
                    <a:lnTo>
                      <a:pt x="688" y="4916"/>
                    </a:lnTo>
                    <a:lnTo>
                      <a:pt x="947" y="4568"/>
                    </a:lnTo>
                    <a:cubicBezTo>
                      <a:pt x="955" y="4551"/>
                      <a:pt x="955" y="4533"/>
                      <a:pt x="938" y="4524"/>
                    </a:cubicBezTo>
                    <a:lnTo>
                      <a:pt x="938" y="4524"/>
                    </a:lnTo>
                    <a:cubicBezTo>
                      <a:pt x="929" y="4506"/>
                      <a:pt x="911" y="4515"/>
                      <a:pt x="893" y="4524"/>
                    </a:cubicBezTo>
                    <a:lnTo>
                      <a:pt x="893" y="4524"/>
                    </a:lnTo>
                    <a:lnTo>
                      <a:pt x="634" y="4881"/>
                    </a:lnTo>
                    <a:cubicBezTo>
                      <a:pt x="608" y="4925"/>
                      <a:pt x="563" y="4979"/>
                      <a:pt x="554" y="5041"/>
                    </a:cubicBezTo>
                    <a:lnTo>
                      <a:pt x="554" y="5041"/>
                    </a:lnTo>
                    <a:cubicBezTo>
                      <a:pt x="554" y="5050"/>
                      <a:pt x="554" y="5059"/>
                      <a:pt x="554" y="5068"/>
                    </a:cubicBezTo>
                    <a:lnTo>
                      <a:pt x="554" y="5068"/>
                    </a:lnTo>
                    <a:cubicBezTo>
                      <a:pt x="545" y="5059"/>
                      <a:pt x="545" y="5050"/>
                      <a:pt x="536" y="5050"/>
                    </a:cubicBezTo>
                    <a:lnTo>
                      <a:pt x="536" y="5050"/>
                    </a:lnTo>
                    <a:cubicBezTo>
                      <a:pt x="161" y="4622"/>
                      <a:pt x="72" y="3998"/>
                      <a:pt x="331" y="3560"/>
                    </a:cubicBezTo>
                    <a:lnTo>
                      <a:pt x="331" y="3560"/>
                    </a:lnTo>
                    <a:cubicBezTo>
                      <a:pt x="331" y="3551"/>
                      <a:pt x="340" y="3543"/>
                      <a:pt x="340" y="3534"/>
                    </a:cubicBezTo>
                    <a:lnTo>
                      <a:pt x="340" y="3534"/>
                    </a:lnTo>
                    <a:cubicBezTo>
                      <a:pt x="349" y="3623"/>
                      <a:pt x="385" y="3712"/>
                      <a:pt x="465" y="3792"/>
                    </a:cubicBezTo>
                    <a:lnTo>
                      <a:pt x="465" y="3792"/>
                    </a:lnTo>
                    <a:cubicBezTo>
                      <a:pt x="563" y="3882"/>
                      <a:pt x="697" y="3935"/>
                      <a:pt x="839" y="3935"/>
                    </a:cubicBezTo>
                    <a:lnTo>
                      <a:pt x="839" y="3935"/>
                    </a:lnTo>
                    <a:cubicBezTo>
                      <a:pt x="857" y="3935"/>
                      <a:pt x="884" y="3935"/>
                      <a:pt x="911" y="3926"/>
                    </a:cubicBezTo>
                    <a:lnTo>
                      <a:pt x="911" y="3926"/>
                    </a:lnTo>
                    <a:cubicBezTo>
                      <a:pt x="929" y="3926"/>
                      <a:pt x="947" y="3908"/>
                      <a:pt x="938" y="3890"/>
                    </a:cubicBezTo>
                    <a:lnTo>
                      <a:pt x="938" y="3890"/>
                    </a:lnTo>
                    <a:cubicBezTo>
                      <a:pt x="938" y="3873"/>
                      <a:pt x="920" y="3864"/>
                      <a:pt x="902" y="3864"/>
                    </a:cubicBezTo>
                    <a:lnTo>
                      <a:pt x="902" y="3864"/>
                    </a:lnTo>
                    <a:cubicBezTo>
                      <a:pt x="759" y="3890"/>
                      <a:pt x="608" y="3846"/>
                      <a:pt x="509" y="3748"/>
                    </a:cubicBezTo>
                    <a:lnTo>
                      <a:pt x="509" y="3748"/>
                    </a:lnTo>
                    <a:cubicBezTo>
                      <a:pt x="402" y="3650"/>
                      <a:pt x="393" y="3534"/>
                      <a:pt x="402" y="3391"/>
                    </a:cubicBezTo>
                    <a:lnTo>
                      <a:pt x="402" y="3391"/>
                    </a:lnTo>
                    <a:cubicBezTo>
                      <a:pt x="474" y="3195"/>
                      <a:pt x="474" y="2998"/>
                      <a:pt x="474" y="2802"/>
                    </a:cubicBezTo>
                    <a:lnTo>
                      <a:pt x="474" y="2802"/>
                    </a:lnTo>
                    <a:cubicBezTo>
                      <a:pt x="474" y="2650"/>
                      <a:pt x="465" y="2499"/>
                      <a:pt x="500" y="2356"/>
                    </a:cubicBezTo>
                    <a:lnTo>
                      <a:pt x="500" y="2356"/>
                    </a:lnTo>
                    <a:cubicBezTo>
                      <a:pt x="500" y="2418"/>
                      <a:pt x="518" y="2481"/>
                      <a:pt x="545" y="2534"/>
                    </a:cubicBezTo>
                    <a:lnTo>
                      <a:pt x="545" y="2534"/>
                    </a:lnTo>
                    <a:cubicBezTo>
                      <a:pt x="634" y="2722"/>
                      <a:pt x="822" y="2847"/>
                      <a:pt x="1027" y="2865"/>
                    </a:cubicBezTo>
                    <a:lnTo>
                      <a:pt x="1027" y="2865"/>
                    </a:lnTo>
                    <a:lnTo>
                      <a:pt x="1027" y="2865"/>
                    </a:lnTo>
                    <a:lnTo>
                      <a:pt x="1027" y="2865"/>
                    </a:lnTo>
                    <a:cubicBezTo>
                      <a:pt x="1045" y="2865"/>
                      <a:pt x="1054" y="2847"/>
                      <a:pt x="1063" y="2838"/>
                    </a:cubicBezTo>
                    <a:lnTo>
                      <a:pt x="1063" y="2838"/>
                    </a:lnTo>
                    <a:cubicBezTo>
                      <a:pt x="1063" y="2820"/>
                      <a:pt x="1045" y="2802"/>
                      <a:pt x="1027" y="2802"/>
                    </a:cubicBezTo>
                    <a:lnTo>
                      <a:pt x="1027" y="2802"/>
                    </a:lnTo>
                    <a:cubicBezTo>
                      <a:pt x="848" y="2784"/>
                      <a:pt x="679" y="2668"/>
                      <a:pt x="608" y="2508"/>
                    </a:cubicBezTo>
                    <a:lnTo>
                      <a:pt x="608" y="2508"/>
                    </a:lnTo>
                    <a:cubicBezTo>
                      <a:pt x="527" y="2347"/>
                      <a:pt x="545" y="2142"/>
                      <a:pt x="652" y="1999"/>
                    </a:cubicBezTo>
                    <a:lnTo>
                      <a:pt x="652" y="1999"/>
                    </a:lnTo>
                    <a:cubicBezTo>
                      <a:pt x="652" y="1999"/>
                      <a:pt x="652" y="1999"/>
                      <a:pt x="652" y="1999"/>
                    </a:cubicBezTo>
                    <a:lnTo>
                      <a:pt x="652" y="1999"/>
                    </a:lnTo>
                    <a:cubicBezTo>
                      <a:pt x="768" y="1848"/>
                      <a:pt x="947" y="1714"/>
                      <a:pt x="1125" y="1580"/>
                    </a:cubicBezTo>
                    <a:lnTo>
                      <a:pt x="1125" y="1580"/>
                    </a:lnTo>
                    <a:cubicBezTo>
                      <a:pt x="1303" y="1446"/>
                      <a:pt x="1500" y="1312"/>
                      <a:pt x="1616" y="1152"/>
                    </a:cubicBezTo>
                    <a:lnTo>
                      <a:pt x="1616" y="1152"/>
                    </a:lnTo>
                    <a:cubicBezTo>
                      <a:pt x="1767" y="1152"/>
                      <a:pt x="1919" y="1232"/>
                      <a:pt x="2008" y="1357"/>
                    </a:cubicBezTo>
                    <a:lnTo>
                      <a:pt x="2008" y="1357"/>
                    </a:lnTo>
                    <a:cubicBezTo>
                      <a:pt x="2097" y="1491"/>
                      <a:pt x="2115" y="1678"/>
                      <a:pt x="2044" y="1821"/>
                    </a:cubicBezTo>
                    <a:lnTo>
                      <a:pt x="2044" y="1821"/>
                    </a:lnTo>
                    <a:cubicBezTo>
                      <a:pt x="2035" y="1839"/>
                      <a:pt x="2044" y="1856"/>
                      <a:pt x="2062" y="1865"/>
                    </a:cubicBezTo>
                    <a:lnTo>
                      <a:pt x="2062" y="1865"/>
                    </a:lnTo>
                    <a:cubicBezTo>
                      <a:pt x="2062" y="1865"/>
                      <a:pt x="2071" y="1865"/>
                      <a:pt x="2071" y="1865"/>
                    </a:cubicBezTo>
                    <a:lnTo>
                      <a:pt x="2071" y="1865"/>
                    </a:lnTo>
                    <a:cubicBezTo>
                      <a:pt x="2088" y="1865"/>
                      <a:pt x="2097" y="1856"/>
                      <a:pt x="2097" y="1848"/>
                    </a:cubicBezTo>
                    <a:lnTo>
                      <a:pt x="2097" y="1848"/>
                    </a:lnTo>
                    <a:cubicBezTo>
                      <a:pt x="2178" y="1687"/>
                      <a:pt x="2160" y="1473"/>
                      <a:pt x="2062" y="1321"/>
                    </a:cubicBezTo>
                    <a:lnTo>
                      <a:pt x="2062" y="1321"/>
                    </a:lnTo>
                    <a:cubicBezTo>
                      <a:pt x="1972" y="1187"/>
                      <a:pt x="1821" y="1098"/>
                      <a:pt x="1660" y="1089"/>
                    </a:cubicBezTo>
                    <a:lnTo>
                      <a:pt x="1660" y="1089"/>
                    </a:lnTo>
                    <a:cubicBezTo>
                      <a:pt x="1678" y="1054"/>
                      <a:pt x="1696" y="1018"/>
                      <a:pt x="1714" y="982"/>
                    </a:cubicBezTo>
                    <a:lnTo>
                      <a:pt x="1714" y="982"/>
                    </a:lnTo>
                    <a:cubicBezTo>
                      <a:pt x="1821" y="706"/>
                      <a:pt x="2062" y="456"/>
                      <a:pt x="2365" y="295"/>
                    </a:cubicBezTo>
                    <a:lnTo>
                      <a:pt x="2365" y="295"/>
                    </a:lnTo>
                    <a:cubicBezTo>
                      <a:pt x="2303" y="474"/>
                      <a:pt x="2338" y="679"/>
                      <a:pt x="2445" y="848"/>
                    </a:cubicBezTo>
                    <a:lnTo>
                      <a:pt x="2445" y="848"/>
                    </a:lnTo>
                    <a:cubicBezTo>
                      <a:pt x="2472" y="884"/>
                      <a:pt x="2508" y="920"/>
                      <a:pt x="2552" y="947"/>
                    </a:cubicBezTo>
                    <a:lnTo>
                      <a:pt x="2552" y="947"/>
                    </a:lnTo>
                    <a:cubicBezTo>
                      <a:pt x="2570" y="947"/>
                      <a:pt x="2579" y="947"/>
                      <a:pt x="2597" y="947"/>
                    </a:cubicBezTo>
                    <a:lnTo>
                      <a:pt x="2597" y="947"/>
                    </a:lnTo>
                    <a:cubicBezTo>
                      <a:pt x="2642" y="947"/>
                      <a:pt x="2686" y="929"/>
                      <a:pt x="2704" y="893"/>
                    </a:cubicBezTo>
                    <a:lnTo>
                      <a:pt x="2704" y="893"/>
                    </a:lnTo>
                    <a:cubicBezTo>
                      <a:pt x="2713" y="875"/>
                      <a:pt x="2704" y="857"/>
                      <a:pt x="2686" y="848"/>
                    </a:cubicBezTo>
                    <a:lnTo>
                      <a:pt x="2686" y="848"/>
                    </a:lnTo>
                    <a:cubicBezTo>
                      <a:pt x="2668" y="839"/>
                      <a:pt x="2650" y="848"/>
                      <a:pt x="2642" y="866"/>
                    </a:cubicBezTo>
                    <a:lnTo>
                      <a:pt x="2642" y="866"/>
                    </a:lnTo>
                    <a:cubicBezTo>
                      <a:pt x="2642" y="875"/>
                      <a:pt x="2615" y="884"/>
                      <a:pt x="2597" y="884"/>
                    </a:cubicBezTo>
                    <a:lnTo>
                      <a:pt x="2597" y="884"/>
                    </a:lnTo>
                    <a:cubicBezTo>
                      <a:pt x="2588" y="884"/>
                      <a:pt x="2579" y="884"/>
                      <a:pt x="2579" y="884"/>
                    </a:cubicBezTo>
                    <a:moveTo>
                      <a:pt x="6701" y="1589"/>
                    </a:moveTo>
                    <a:cubicBezTo>
                      <a:pt x="6710" y="1571"/>
                      <a:pt x="6710" y="1553"/>
                      <a:pt x="6701" y="1544"/>
                    </a:cubicBezTo>
                    <a:lnTo>
                      <a:pt x="6701" y="1544"/>
                    </a:lnTo>
                    <a:cubicBezTo>
                      <a:pt x="6656" y="1500"/>
                      <a:pt x="6594" y="1286"/>
                      <a:pt x="6611" y="1250"/>
                    </a:cubicBezTo>
                    <a:lnTo>
                      <a:pt x="6611" y="1250"/>
                    </a:lnTo>
                    <a:cubicBezTo>
                      <a:pt x="6629" y="1205"/>
                      <a:pt x="6683" y="1170"/>
                      <a:pt x="6736" y="1170"/>
                    </a:cubicBezTo>
                    <a:lnTo>
                      <a:pt x="6736" y="1170"/>
                    </a:lnTo>
                    <a:cubicBezTo>
                      <a:pt x="6736" y="1170"/>
                      <a:pt x="6736" y="1170"/>
                      <a:pt x="6745" y="1170"/>
                    </a:cubicBezTo>
                    <a:lnTo>
                      <a:pt x="6745" y="1170"/>
                    </a:lnTo>
                    <a:cubicBezTo>
                      <a:pt x="6870" y="1161"/>
                      <a:pt x="6995" y="1223"/>
                      <a:pt x="7111" y="1286"/>
                    </a:cubicBezTo>
                    <a:lnTo>
                      <a:pt x="7111" y="1286"/>
                    </a:lnTo>
                    <a:cubicBezTo>
                      <a:pt x="7254" y="1357"/>
                      <a:pt x="7405" y="1437"/>
                      <a:pt x="7575" y="1384"/>
                    </a:cubicBezTo>
                    <a:lnTo>
                      <a:pt x="7575" y="1384"/>
                    </a:lnTo>
                    <a:cubicBezTo>
                      <a:pt x="7843" y="1303"/>
                      <a:pt x="8155" y="1232"/>
                      <a:pt x="8449" y="1303"/>
                    </a:cubicBezTo>
                    <a:lnTo>
                      <a:pt x="8449" y="1303"/>
                    </a:lnTo>
                    <a:cubicBezTo>
                      <a:pt x="8467" y="1303"/>
                      <a:pt x="8494" y="1312"/>
                      <a:pt x="8521" y="1321"/>
                    </a:cubicBezTo>
                    <a:lnTo>
                      <a:pt x="8521" y="1321"/>
                    </a:lnTo>
                    <a:cubicBezTo>
                      <a:pt x="8592" y="1410"/>
                      <a:pt x="8628" y="1535"/>
                      <a:pt x="8601" y="1642"/>
                    </a:cubicBezTo>
                    <a:lnTo>
                      <a:pt x="8601" y="1642"/>
                    </a:lnTo>
                    <a:cubicBezTo>
                      <a:pt x="8574" y="1749"/>
                      <a:pt x="8494" y="1848"/>
                      <a:pt x="8387" y="1892"/>
                    </a:cubicBezTo>
                    <a:lnTo>
                      <a:pt x="8387" y="1892"/>
                    </a:lnTo>
                    <a:cubicBezTo>
                      <a:pt x="8378" y="1901"/>
                      <a:pt x="8369" y="1919"/>
                      <a:pt x="8378" y="1937"/>
                    </a:cubicBezTo>
                    <a:lnTo>
                      <a:pt x="8378" y="1937"/>
                    </a:lnTo>
                    <a:cubicBezTo>
                      <a:pt x="8378" y="1946"/>
                      <a:pt x="8387" y="1955"/>
                      <a:pt x="8405" y="1955"/>
                    </a:cubicBezTo>
                    <a:lnTo>
                      <a:pt x="8405" y="1955"/>
                    </a:lnTo>
                    <a:cubicBezTo>
                      <a:pt x="8405" y="1955"/>
                      <a:pt x="8413" y="1955"/>
                      <a:pt x="8413" y="1955"/>
                    </a:cubicBezTo>
                    <a:lnTo>
                      <a:pt x="8413" y="1955"/>
                    </a:lnTo>
                    <a:cubicBezTo>
                      <a:pt x="8538" y="1901"/>
                      <a:pt x="8636" y="1785"/>
                      <a:pt x="8663" y="1651"/>
                    </a:cubicBezTo>
                    <a:lnTo>
                      <a:pt x="8663" y="1651"/>
                    </a:lnTo>
                    <a:cubicBezTo>
                      <a:pt x="8681" y="1562"/>
                      <a:pt x="8672" y="1464"/>
                      <a:pt x="8628" y="1375"/>
                    </a:cubicBezTo>
                    <a:lnTo>
                      <a:pt x="8628" y="1375"/>
                    </a:lnTo>
                    <a:cubicBezTo>
                      <a:pt x="9011" y="1607"/>
                      <a:pt x="9243" y="2195"/>
                      <a:pt x="9270" y="2677"/>
                    </a:cubicBezTo>
                    <a:lnTo>
                      <a:pt x="9270" y="2677"/>
                    </a:lnTo>
                    <a:cubicBezTo>
                      <a:pt x="9199" y="2775"/>
                      <a:pt x="9047" y="2784"/>
                      <a:pt x="8931" y="2757"/>
                    </a:cubicBezTo>
                    <a:lnTo>
                      <a:pt x="8931" y="2757"/>
                    </a:lnTo>
                    <a:cubicBezTo>
                      <a:pt x="8886" y="2749"/>
                      <a:pt x="8833" y="2731"/>
                      <a:pt x="8788" y="2713"/>
                    </a:cubicBezTo>
                    <a:lnTo>
                      <a:pt x="8788" y="2713"/>
                    </a:lnTo>
                    <a:cubicBezTo>
                      <a:pt x="8699" y="2686"/>
                      <a:pt x="8610" y="2659"/>
                      <a:pt x="8521" y="2650"/>
                    </a:cubicBezTo>
                    <a:lnTo>
                      <a:pt x="8521" y="2650"/>
                    </a:lnTo>
                    <a:cubicBezTo>
                      <a:pt x="8351" y="2642"/>
                      <a:pt x="8182" y="2731"/>
                      <a:pt x="8083" y="2865"/>
                    </a:cubicBezTo>
                    <a:lnTo>
                      <a:pt x="8083" y="2865"/>
                    </a:lnTo>
                    <a:cubicBezTo>
                      <a:pt x="8074" y="2882"/>
                      <a:pt x="8074" y="2900"/>
                      <a:pt x="8092" y="2909"/>
                    </a:cubicBezTo>
                    <a:lnTo>
                      <a:pt x="8092" y="2909"/>
                    </a:lnTo>
                    <a:cubicBezTo>
                      <a:pt x="8101" y="2918"/>
                      <a:pt x="8101" y="2918"/>
                      <a:pt x="8110" y="2918"/>
                    </a:cubicBezTo>
                    <a:lnTo>
                      <a:pt x="8110" y="2918"/>
                    </a:lnTo>
                    <a:cubicBezTo>
                      <a:pt x="8119" y="2918"/>
                      <a:pt x="8128" y="2909"/>
                      <a:pt x="8137" y="2900"/>
                    </a:cubicBezTo>
                    <a:lnTo>
                      <a:pt x="8137" y="2900"/>
                    </a:lnTo>
                    <a:cubicBezTo>
                      <a:pt x="8217" y="2784"/>
                      <a:pt x="8369" y="2713"/>
                      <a:pt x="8521" y="2713"/>
                    </a:cubicBezTo>
                    <a:lnTo>
                      <a:pt x="8521" y="2713"/>
                    </a:lnTo>
                    <a:cubicBezTo>
                      <a:pt x="8601" y="2722"/>
                      <a:pt x="8681" y="2749"/>
                      <a:pt x="8761" y="2775"/>
                    </a:cubicBezTo>
                    <a:lnTo>
                      <a:pt x="8761" y="2775"/>
                    </a:lnTo>
                    <a:cubicBezTo>
                      <a:pt x="8815" y="2784"/>
                      <a:pt x="8868" y="2802"/>
                      <a:pt x="8922" y="2820"/>
                    </a:cubicBezTo>
                    <a:lnTo>
                      <a:pt x="8922" y="2820"/>
                    </a:lnTo>
                    <a:cubicBezTo>
                      <a:pt x="9029" y="2847"/>
                      <a:pt x="9172" y="2838"/>
                      <a:pt x="9270" y="2757"/>
                    </a:cubicBezTo>
                    <a:lnTo>
                      <a:pt x="9270" y="2757"/>
                    </a:lnTo>
                    <a:cubicBezTo>
                      <a:pt x="9270" y="2820"/>
                      <a:pt x="9270" y="2882"/>
                      <a:pt x="9261" y="2945"/>
                    </a:cubicBezTo>
                    <a:lnTo>
                      <a:pt x="9261" y="2945"/>
                    </a:lnTo>
                    <a:cubicBezTo>
                      <a:pt x="9199" y="3400"/>
                      <a:pt x="8904" y="3792"/>
                      <a:pt x="8645" y="4140"/>
                    </a:cubicBezTo>
                    <a:lnTo>
                      <a:pt x="8645" y="4140"/>
                    </a:lnTo>
                    <a:cubicBezTo>
                      <a:pt x="8574" y="4229"/>
                      <a:pt x="8503" y="4319"/>
                      <a:pt x="8431" y="4408"/>
                    </a:cubicBezTo>
                    <a:lnTo>
                      <a:pt x="8431" y="4408"/>
                    </a:lnTo>
                    <a:cubicBezTo>
                      <a:pt x="8396" y="4212"/>
                      <a:pt x="8262" y="3962"/>
                      <a:pt x="8119" y="3864"/>
                    </a:cubicBezTo>
                    <a:lnTo>
                      <a:pt x="8119" y="3864"/>
                    </a:lnTo>
                    <a:cubicBezTo>
                      <a:pt x="7950" y="3757"/>
                      <a:pt x="7727" y="3730"/>
                      <a:pt x="7530" y="3801"/>
                    </a:cubicBezTo>
                    <a:lnTo>
                      <a:pt x="7530" y="3801"/>
                    </a:lnTo>
                    <a:cubicBezTo>
                      <a:pt x="7530" y="3801"/>
                      <a:pt x="7521" y="3810"/>
                      <a:pt x="7512" y="3819"/>
                    </a:cubicBezTo>
                    <a:lnTo>
                      <a:pt x="7512" y="3819"/>
                    </a:lnTo>
                    <a:cubicBezTo>
                      <a:pt x="7512" y="3828"/>
                      <a:pt x="7512" y="3837"/>
                      <a:pt x="7512" y="3846"/>
                    </a:cubicBezTo>
                    <a:lnTo>
                      <a:pt x="7512" y="3846"/>
                    </a:lnTo>
                    <a:cubicBezTo>
                      <a:pt x="7539" y="3899"/>
                      <a:pt x="7611" y="3926"/>
                      <a:pt x="7664" y="3908"/>
                    </a:cubicBezTo>
                    <a:lnTo>
                      <a:pt x="7664" y="3908"/>
                    </a:lnTo>
                    <a:cubicBezTo>
                      <a:pt x="7682" y="3899"/>
                      <a:pt x="7691" y="3882"/>
                      <a:pt x="7682" y="3864"/>
                    </a:cubicBezTo>
                    <a:lnTo>
                      <a:pt x="7682" y="3864"/>
                    </a:lnTo>
                    <a:cubicBezTo>
                      <a:pt x="7673" y="3846"/>
                      <a:pt x="7655" y="3837"/>
                      <a:pt x="7637" y="3846"/>
                    </a:cubicBezTo>
                    <a:lnTo>
                      <a:pt x="7637" y="3846"/>
                    </a:lnTo>
                    <a:cubicBezTo>
                      <a:pt x="7628" y="3846"/>
                      <a:pt x="7619" y="3846"/>
                      <a:pt x="7611" y="3846"/>
                    </a:cubicBezTo>
                    <a:lnTo>
                      <a:pt x="7611" y="3846"/>
                    </a:lnTo>
                    <a:cubicBezTo>
                      <a:pt x="7762" y="3801"/>
                      <a:pt x="7941" y="3828"/>
                      <a:pt x="8083" y="3917"/>
                    </a:cubicBezTo>
                    <a:lnTo>
                      <a:pt x="8083" y="3917"/>
                    </a:lnTo>
                    <a:cubicBezTo>
                      <a:pt x="8226" y="4015"/>
                      <a:pt x="8360" y="4292"/>
                      <a:pt x="8378" y="4479"/>
                    </a:cubicBezTo>
                    <a:lnTo>
                      <a:pt x="8378" y="4479"/>
                    </a:lnTo>
                    <a:cubicBezTo>
                      <a:pt x="8280" y="4595"/>
                      <a:pt x="8173" y="4720"/>
                      <a:pt x="8048" y="4818"/>
                    </a:cubicBezTo>
                    <a:lnTo>
                      <a:pt x="8048" y="4818"/>
                    </a:lnTo>
                    <a:cubicBezTo>
                      <a:pt x="7869" y="4979"/>
                      <a:pt x="7664" y="5104"/>
                      <a:pt x="7459" y="5229"/>
                    </a:cubicBezTo>
                    <a:lnTo>
                      <a:pt x="7459" y="5229"/>
                    </a:lnTo>
                    <a:cubicBezTo>
                      <a:pt x="7423" y="5246"/>
                      <a:pt x="7396" y="5273"/>
                      <a:pt x="7361" y="5291"/>
                    </a:cubicBezTo>
                    <a:lnTo>
                      <a:pt x="7361" y="5291"/>
                    </a:lnTo>
                    <a:cubicBezTo>
                      <a:pt x="7396" y="4881"/>
                      <a:pt x="7120" y="4470"/>
                      <a:pt x="6718" y="4372"/>
                    </a:cubicBezTo>
                    <a:lnTo>
                      <a:pt x="6718" y="4372"/>
                    </a:lnTo>
                    <a:cubicBezTo>
                      <a:pt x="6576" y="4328"/>
                      <a:pt x="6424" y="4328"/>
                      <a:pt x="6272" y="4328"/>
                    </a:cubicBezTo>
                    <a:lnTo>
                      <a:pt x="6272" y="4328"/>
                    </a:lnTo>
                    <a:cubicBezTo>
                      <a:pt x="6049" y="4328"/>
                      <a:pt x="5844" y="4328"/>
                      <a:pt x="5675" y="4212"/>
                    </a:cubicBezTo>
                    <a:lnTo>
                      <a:pt x="5675" y="4212"/>
                    </a:lnTo>
                    <a:cubicBezTo>
                      <a:pt x="5657" y="4203"/>
                      <a:pt x="5639" y="4203"/>
                      <a:pt x="5630" y="4221"/>
                    </a:cubicBezTo>
                    <a:lnTo>
                      <a:pt x="5630" y="4221"/>
                    </a:lnTo>
                    <a:cubicBezTo>
                      <a:pt x="5621" y="4229"/>
                      <a:pt x="5621" y="4256"/>
                      <a:pt x="5639" y="4265"/>
                    </a:cubicBezTo>
                    <a:lnTo>
                      <a:pt x="5639" y="4265"/>
                    </a:lnTo>
                    <a:cubicBezTo>
                      <a:pt x="5826" y="4390"/>
                      <a:pt x="6049" y="4390"/>
                      <a:pt x="6272" y="4390"/>
                    </a:cubicBezTo>
                    <a:lnTo>
                      <a:pt x="6272" y="4390"/>
                    </a:lnTo>
                    <a:cubicBezTo>
                      <a:pt x="6415" y="4390"/>
                      <a:pt x="6567" y="4390"/>
                      <a:pt x="6701" y="4435"/>
                    </a:cubicBezTo>
                    <a:lnTo>
                      <a:pt x="6701" y="4435"/>
                    </a:lnTo>
                    <a:cubicBezTo>
                      <a:pt x="7075" y="4533"/>
                      <a:pt x="7343" y="4934"/>
                      <a:pt x="7298" y="5318"/>
                    </a:cubicBezTo>
                    <a:lnTo>
                      <a:pt x="7298" y="5318"/>
                    </a:lnTo>
                    <a:cubicBezTo>
                      <a:pt x="7289" y="5318"/>
                      <a:pt x="7298" y="5327"/>
                      <a:pt x="7298" y="5327"/>
                    </a:cubicBezTo>
                    <a:lnTo>
                      <a:pt x="7298" y="5327"/>
                    </a:lnTo>
                    <a:cubicBezTo>
                      <a:pt x="7227" y="5371"/>
                      <a:pt x="7156" y="5416"/>
                      <a:pt x="7084" y="5469"/>
                    </a:cubicBezTo>
                    <a:lnTo>
                      <a:pt x="7084" y="5469"/>
                    </a:lnTo>
                    <a:cubicBezTo>
                      <a:pt x="6843" y="5639"/>
                      <a:pt x="6620" y="5835"/>
                      <a:pt x="6406" y="6031"/>
                    </a:cubicBezTo>
                    <a:lnTo>
                      <a:pt x="6406" y="6031"/>
                    </a:lnTo>
                    <a:cubicBezTo>
                      <a:pt x="6397" y="6040"/>
                      <a:pt x="6379" y="6049"/>
                      <a:pt x="6371" y="6058"/>
                    </a:cubicBezTo>
                    <a:lnTo>
                      <a:pt x="6371" y="6058"/>
                    </a:lnTo>
                    <a:cubicBezTo>
                      <a:pt x="6379" y="5898"/>
                      <a:pt x="6299" y="5737"/>
                      <a:pt x="6139" y="5585"/>
                    </a:cubicBezTo>
                    <a:lnTo>
                      <a:pt x="6139" y="5585"/>
                    </a:lnTo>
                    <a:cubicBezTo>
                      <a:pt x="5987" y="5434"/>
                      <a:pt x="5791" y="5345"/>
                      <a:pt x="5612" y="5273"/>
                    </a:cubicBezTo>
                    <a:lnTo>
                      <a:pt x="5612" y="5273"/>
                    </a:lnTo>
                    <a:cubicBezTo>
                      <a:pt x="5568" y="5255"/>
                      <a:pt x="5523" y="5238"/>
                      <a:pt x="5470" y="5229"/>
                    </a:cubicBezTo>
                    <a:lnTo>
                      <a:pt x="5470" y="5229"/>
                    </a:lnTo>
                    <a:cubicBezTo>
                      <a:pt x="5336" y="5175"/>
                      <a:pt x="5193" y="5122"/>
                      <a:pt x="5059" y="5050"/>
                    </a:cubicBezTo>
                    <a:lnTo>
                      <a:pt x="5059" y="5050"/>
                    </a:lnTo>
                    <a:cubicBezTo>
                      <a:pt x="5006" y="5023"/>
                      <a:pt x="4943" y="4979"/>
                      <a:pt x="4907" y="4925"/>
                    </a:cubicBezTo>
                    <a:lnTo>
                      <a:pt x="4907" y="4925"/>
                    </a:lnTo>
                    <a:cubicBezTo>
                      <a:pt x="4881" y="4881"/>
                      <a:pt x="4863" y="4809"/>
                      <a:pt x="4899" y="4765"/>
                    </a:cubicBezTo>
                    <a:lnTo>
                      <a:pt x="4899" y="4765"/>
                    </a:lnTo>
                    <a:cubicBezTo>
                      <a:pt x="4916" y="4738"/>
                      <a:pt x="4943" y="4720"/>
                      <a:pt x="4970" y="4720"/>
                    </a:cubicBezTo>
                    <a:lnTo>
                      <a:pt x="4970" y="4720"/>
                    </a:lnTo>
                    <a:cubicBezTo>
                      <a:pt x="4988" y="4720"/>
                      <a:pt x="5015" y="4720"/>
                      <a:pt x="5032" y="4738"/>
                    </a:cubicBezTo>
                    <a:lnTo>
                      <a:pt x="5032" y="4738"/>
                    </a:lnTo>
                    <a:cubicBezTo>
                      <a:pt x="5041" y="4756"/>
                      <a:pt x="5059" y="4756"/>
                      <a:pt x="5077" y="4747"/>
                    </a:cubicBezTo>
                    <a:lnTo>
                      <a:pt x="5077" y="4747"/>
                    </a:lnTo>
                    <a:cubicBezTo>
                      <a:pt x="5086" y="4729"/>
                      <a:pt x="5086" y="4711"/>
                      <a:pt x="5077" y="4702"/>
                    </a:cubicBezTo>
                    <a:lnTo>
                      <a:pt x="5077" y="4702"/>
                    </a:lnTo>
                    <a:cubicBezTo>
                      <a:pt x="5050" y="4667"/>
                      <a:pt x="5015" y="4658"/>
                      <a:pt x="4970" y="4658"/>
                    </a:cubicBezTo>
                    <a:lnTo>
                      <a:pt x="4970" y="4658"/>
                    </a:lnTo>
                    <a:cubicBezTo>
                      <a:pt x="4916" y="4658"/>
                      <a:pt x="4872" y="4684"/>
                      <a:pt x="4845" y="4729"/>
                    </a:cubicBezTo>
                    <a:lnTo>
                      <a:pt x="4845" y="4729"/>
                    </a:lnTo>
                    <a:cubicBezTo>
                      <a:pt x="4800" y="4800"/>
                      <a:pt x="4818" y="4899"/>
                      <a:pt x="4854" y="4961"/>
                    </a:cubicBezTo>
                    <a:lnTo>
                      <a:pt x="4854" y="4961"/>
                    </a:lnTo>
                    <a:cubicBezTo>
                      <a:pt x="4899" y="5023"/>
                      <a:pt x="4970" y="5068"/>
                      <a:pt x="5032" y="5104"/>
                    </a:cubicBezTo>
                    <a:lnTo>
                      <a:pt x="5032" y="5104"/>
                    </a:lnTo>
                    <a:cubicBezTo>
                      <a:pt x="5166" y="5175"/>
                      <a:pt x="5309" y="5229"/>
                      <a:pt x="5452" y="5282"/>
                    </a:cubicBezTo>
                    <a:lnTo>
                      <a:pt x="5452" y="5282"/>
                    </a:lnTo>
                    <a:cubicBezTo>
                      <a:pt x="5496" y="5300"/>
                      <a:pt x="5541" y="5318"/>
                      <a:pt x="5594" y="5336"/>
                    </a:cubicBezTo>
                    <a:lnTo>
                      <a:pt x="5594" y="5336"/>
                    </a:lnTo>
                    <a:cubicBezTo>
                      <a:pt x="5755" y="5398"/>
                      <a:pt x="5951" y="5487"/>
                      <a:pt x="6094" y="5630"/>
                    </a:cubicBezTo>
                    <a:lnTo>
                      <a:pt x="6094" y="5630"/>
                    </a:lnTo>
                    <a:cubicBezTo>
                      <a:pt x="6263" y="5782"/>
                      <a:pt x="6326" y="5951"/>
                      <a:pt x="6308" y="6112"/>
                    </a:cubicBezTo>
                    <a:lnTo>
                      <a:pt x="6308" y="6112"/>
                    </a:lnTo>
                    <a:cubicBezTo>
                      <a:pt x="6308" y="6112"/>
                      <a:pt x="6308" y="6112"/>
                      <a:pt x="6308" y="6121"/>
                    </a:cubicBezTo>
                    <a:lnTo>
                      <a:pt x="6308" y="6121"/>
                    </a:lnTo>
                    <a:cubicBezTo>
                      <a:pt x="6156" y="6255"/>
                      <a:pt x="5996" y="6388"/>
                      <a:pt x="5835" y="6513"/>
                    </a:cubicBezTo>
                    <a:lnTo>
                      <a:pt x="5835" y="6513"/>
                    </a:lnTo>
                    <a:cubicBezTo>
                      <a:pt x="5505" y="6754"/>
                      <a:pt x="5006" y="7031"/>
                      <a:pt x="4479" y="7013"/>
                    </a:cubicBezTo>
                    <a:lnTo>
                      <a:pt x="4479" y="7013"/>
                    </a:lnTo>
                    <a:cubicBezTo>
                      <a:pt x="4702" y="6897"/>
                      <a:pt x="4854" y="6692"/>
                      <a:pt x="4890" y="6442"/>
                    </a:cubicBezTo>
                    <a:lnTo>
                      <a:pt x="4890" y="6442"/>
                    </a:lnTo>
                    <a:cubicBezTo>
                      <a:pt x="4934" y="6147"/>
                      <a:pt x="4792" y="5826"/>
                      <a:pt x="4542" y="5666"/>
                    </a:cubicBezTo>
                    <a:lnTo>
                      <a:pt x="4542" y="5666"/>
                    </a:lnTo>
                    <a:cubicBezTo>
                      <a:pt x="4524" y="5657"/>
                      <a:pt x="4506" y="5657"/>
                      <a:pt x="4497" y="5675"/>
                    </a:cubicBezTo>
                    <a:lnTo>
                      <a:pt x="4497" y="5675"/>
                    </a:lnTo>
                    <a:cubicBezTo>
                      <a:pt x="4488" y="5684"/>
                      <a:pt x="4497" y="5710"/>
                      <a:pt x="4506" y="5719"/>
                    </a:cubicBezTo>
                    <a:lnTo>
                      <a:pt x="4506" y="5719"/>
                    </a:lnTo>
                    <a:cubicBezTo>
                      <a:pt x="4738" y="5862"/>
                      <a:pt x="4872" y="6156"/>
                      <a:pt x="4827" y="6433"/>
                    </a:cubicBezTo>
                    <a:lnTo>
                      <a:pt x="4827" y="6433"/>
                    </a:lnTo>
                    <a:cubicBezTo>
                      <a:pt x="4792" y="6701"/>
                      <a:pt x="4604" y="6915"/>
                      <a:pt x="4345" y="6995"/>
                    </a:cubicBezTo>
                    <a:lnTo>
                      <a:pt x="4345" y="6995"/>
                    </a:lnTo>
                    <a:cubicBezTo>
                      <a:pt x="4149" y="6968"/>
                      <a:pt x="3962" y="6897"/>
                      <a:pt x="3783" y="6825"/>
                    </a:cubicBezTo>
                    <a:lnTo>
                      <a:pt x="3783" y="6825"/>
                    </a:lnTo>
                    <a:cubicBezTo>
                      <a:pt x="3676" y="6781"/>
                      <a:pt x="3560" y="6736"/>
                      <a:pt x="3444" y="6701"/>
                    </a:cubicBezTo>
                    <a:lnTo>
                      <a:pt x="3444" y="6701"/>
                    </a:lnTo>
                    <a:cubicBezTo>
                      <a:pt x="3293" y="6656"/>
                      <a:pt x="3141" y="6629"/>
                      <a:pt x="2998" y="6602"/>
                    </a:cubicBezTo>
                    <a:lnTo>
                      <a:pt x="2998" y="6602"/>
                    </a:lnTo>
                    <a:cubicBezTo>
                      <a:pt x="3097" y="6576"/>
                      <a:pt x="3186" y="6540"/>
                      <a:pt x="3266" y="6478"/>
                    </a:cubicBezTo>
                    <a:lnTo>
                      <a:pt x="3266" y="6478"/>
                    </a:lnTo>
                    <a:cubicBezTo>
                      <a:pt x="3409" y="6370"/>
                      <a:pt x="3507" y="6192"/>
                      <a:pt x="3516" y="6014"/>
                    </a:cubicBezTo>
                    <a:lnTo>
                      <a:pt x="3516" y="6014"/>
                    </a:lnTo>
                    <a:cubicBezTo>
                      <a:pt x="3516" y="5996"/>
                      <a:pt x="3507" y="5978"/>
                      <a:pt x="3489" y="5978"/>
                    </a:cubicBezTo>
                    <a:lnTo>
                      <a:pt x="3489" y="5978"/>
                    </a:lnTo>
                    <a:cubicBezTo>
                      <a:pt x="3471" y="5978"/>
                      <a:pt x="3453" y="5987"/>
                      <a:pt x="3453" y="6005"/>
                    </a:cubicBezTo>
                    <a:lnTo>
                      <a:pt x="3453" y="6005"/>
                    </a:lnTo>
                    <a:cubicBezTo>
                      <a:pt x="3444" y="6165"/>
                      <a:pt x="3355" y="6326"/>
                      <a:pt x="3221" y="6424"/>
                    </a:cubicBezTo>
                    <a:lnTo>
                      <a:pt x="3221" y="6424"/>
                    </a:lnTo>
                    <a:cubicBezTo>
                      <a:pt x="3097" y="6531"/>
                      <a:pt x="2918" y="6576"/>
                      <a:pt x="2758" y="6549"/>
                    </a:cubicBezTo>
                    <a:lnTo>
                      <a:pt x="2758" y="6549"/>
                    </a:lnTo>
                    <a:cubicBezTo>
                      <a:pt x="2749" y="6549"/>
                      <a:pt x="2749" y="6549"/>
                      <a:pt x="2740" y="6549"/>
                    </a:cubicBezTo>
                    <a:lnTo>
                      <a:pt x="2740" y="6549"/>
                    </a:lnTo>
                    <a:cubicBezTo>
                      <a:pt x="2597" y="6513"/>
                      <a:pt x="2454" y="6478"/>
                      <a:pt x="2320" y="6415"/>
                    </a:cubicBezTo>
                    <a:lnTo>
                      <a:pt x="2320" y="6415"/>
                    </a:lnTo>
                    <a:cubicBezTo>
                      <a:pt x="2106" y="6308"/>
                      <a:pt x="1919" y="6147"/>
                      <a:pt x="1776" y="5951"/>
                    </a:cubicBezTo>
                    <a:lnTo>
                      <a:pt x="1776" y="5951"/>
                    </a:lnTo>
                    <a:cubicBezTo>
                      <a:pt x="1812" y="5960"/>
                      <a:pt x="1856" y="5969"/>
                      <a:pt x="1892" y="5969"/>
                    </a:cubicBezTo>
                    <a:lnTo>
                      <a:pt x="1892" y="5969"/>
                    </a:lnTo>
                    <a:cubicBezTo>
                      <a:pt x="1990" y="5969"/>
                      <a:pt x="2080" y="5933"/>
                      <a:pt x="2160" y="5880"/>
                    </a:cubicBezTo>
                    <a:lnTo>
                      <a:pt x="2160" y="5880"/>
                    </a:lnTo>
                    <a:cubicBezTo>
                      <a:pt x="2267" y="5800"/>
                      <a:pt x="2338" y="5657"/>
                      <a:pt x="2338" y="5514"/>
                    </a:cubicBezTo>
                    <a:lnTo>
                      <a:pt x="2338" y="5514"/>
                    </a:lnTo>
                    <a:cubicBezTo>
                      <a:pt x="2329" y="5496"/>
                      <a:pt x="2320" y="5478"/>
                      <a:pt x="2303" y="5487"/>
                    </a:cubicBezTo>
                    <a:lnTo>
                      <a:pt x="2303" y="5487"/>
                    </a:lnTo>
                    <a:cubicBezTo>
                      <a:pt x="2285" y="5487"/>
                      <a:pt x="2267" y="5496"/>
                      <a:pt x="2267" y="5514"/>
                    </a:cubicBezTo>
                    <a:lnTo>
                      <a:pt x="2267" y="5514"/>
                    </a:lnTo>
                    <a:cubicBezTo>
                      <a:pt x="2276" y="5639"/>
                      <a:pt x="2213" y="5755"/>
                      <a:pt x="2115" y="5826"/>
                    </a:cubicBezTo>
                    <a:lnTo>
                      <a:pt x="2115" y="5826"/>
                    </a:lnTo>
                    <a:cubicBezTo>
                      <a:pt x="2017" y="5907"/>
                      <a:pt x="1892" y="5924"/>
                      <a:pt x="1776" y="5880"/>
                    </a:cubicBezTo>
                    <a:lnTo>
                      <a:pt x="1776" y="5880"/>
                    </a:lnTo>
                    <a:cubicBezTo>
                      <a:pt x="1758" y="5880"/>
                      <a:pt x="1741" y="5880"/>
                      <a:pt x="1741" y="5898"/>
                    </a:cubicBezTo>
                    <a:lnTo>
                      <a:pt x="1741" y="5898"/>
                    </a:lnTo>
                    <a:cubicBezTo>
                      <a:pt x="1482" y="5514"/>
                      <a:pt x="1366" y="5015"/>
                      <a:pt x="1473" y="4542"/>
                    </a:cubicBezTo>
                    <a:lnTo>
                      <a:pt x="1473" y="4542"/>
                    </a:lnTo>
                    <a:cubicBezTo>
                      <a:pt x="1500" y="4399"/>
                      <a:pt x="1544" y="4265"/>
                      <a:pt x="1607" y="4131"/>
                    </a:cubicBezTo>
                    <a:lnTo>
                      <a:pt x="1607" y="4131"/>
                    </a:lnTo>
                    <a:cubicBezTo>
                      <a:pt x="1616" y="4194"/>
                      <a:pt x="1642" y="4247"/>
                      <a:pt x="1714" y="4292"/>
                    </a:cubicBezTo>
                    <a:lnTo>
                      <a:pt x="1714" y="4292"/>
                    </a:lnTo>
                    <a:cubicBezTo>
                      <a:pt x="1776" y="4337"/>
                      <a:pt x="1856" y="4363"/>
                      <a:pt x="1928" y="4363"/>
                    </a:cubicBezTo>
                    <a:lnTo>
                      <a:pt x="1928" y="4363"/>
                    </a:lnTo>
                    <a:cubicBezTo>
                      <a:pt x="1972" y="4363"/>
                      <a:pt x="2017" y="4354"/>
                      <a:pt x="2053" y="4337"/>
                    </a:cubicBezTo>
                    <a:lnTo>
                      <a:pt x="2053" y="4337"/>
                    </a:lnTo>
                    <a:cubicBezTo>
                      <a:pt x="2071" y="4337"/>
                      <a:pt x="2080" y="4319"/>
                      <a:pt x="2071" y="4301"/>
                    </a:cubicBezTo>
                    <a:lnTo>
                      <a:pt x="2071" y="4301"/>
                    </a:lnTo>
                    <a:cubicBezTo>
                      <a:pt x="2071" y="4283"/>
                      <a:pt x="2053" y="4274"/>
                      <a:pt x="2035" y="4283"/>
                    </a:cubicBezTo>
                    <a:lnTo>
                      <a:pt x="2035" y="4283"/>
                    </a:lnTo>
                    <a:cubicBezTo>
                      <a:pt x="1937" y="4319"/>
                      <a:pt x="1830" y="4301"/>
                      <a:pt x="1749" y="4238"/>
                    </a:cubicBezTo>
                    <a:lnTo>
                      <a:pt x="1749" y="4238"/>
                    </a:lnTo>
                    <a:cubicBezTo>
                      <a:pt x="1669" y="4194"/>
                      <a:pt x="1660" y="4122"/>
                      <a:pt x="1660" y="4024"/>
                    </a:cubicBezTo>
                    <a:lnTo>
                      <a:pt x="1660" y="4024"/>
                    </a:lnTo>
                    <a:cubicBezTo>
                      <a:pt x="1830" y="3685"/>
                      <a:pt x="2106" y="3382"/>
                      <a:pt x="2445" y="3141"/>
                    </a:cubicBezTo>
                    <a:lnTo>
                      <a:pt x="2445" y="3141"/>
                    </a:lnTo>
                    <a:lnTo>
                      <a:pt x="2445" y="3141"/>
                    </a:lnTo>
                    <a:cubicBezTo>
                      <a:pt x="2570" y="3043"/>
                      <a:pt x="2713" y="2963"/>
                      <a:pt x="2865" y="2891"/>
                    </a:cubicBezTo>
                    <a:lnTo>
                      <a:pt x="2865" y="2891"/>
                    </a:lnTo>
                    <a:cubicBezTo>
                      <a:pt x="2936" y="2856"/>
                      <a:pt x="2989" y="2811"/>
                      <a:pt x="3043" y="2766"/>
                    </a:cubicBezTo>
                    <a:lnTo>
                      <a:pt x="3043" y="2766"/>
                    </a:lnTo>
                    <a:cubicBezTo>
                      <a:pt x="3230" y="2882"/>
                      <a:pt x="3346" y="3070"/>
                      <a:pt x="3400" y="3320"/>
                    </a:cubicBezTo>
                    <a:lnTo>
                      <a:pt x="3400" y="3320"/>
                    </a:lnTo>
                    <a:cubicBezTo>
                      <a:pt x="3444" y="3560"/>
                      <a:pt x="3391" y="3819"/>
                      <a:pt x="3248" y="4015"/>
                    </a:cubicBezTo>
                    <a:lnTo>
                      <a:pt x="3248" y="4015"/>
                    </a:lnTo>
                    <a:cubicBezTo>
                      <a:pt x="3186" y="4105"/>
                      <a:pt x="3114" y="4176"/>
                      <a:pt x="3043" y="4247"/>
                    </a:cubicBezTo>
                    <a:lnTo>
                      <a:pt x="3043" y="4247"/>
                    </a:lnTo>
                    <a:cubicBezTo>
                      <a:pt x="2998" y="4292"/>
                      <a:pt x="2954" y="4337"/>
                      <a:pt x="2909" y="4390"/>
                    </a:cubicBezTo>
                    <a:lnTo>
                      <a:pt x="2909" y="4390"/>
                    </a:lnTo>
                    <a:cubicBezTo>
                      <a:pt x="2766" y="4551"/>
                      <a:pt x="2695" y="4702"/>
                      <a:pt x="2704" y="4854"/>
                    </a:cubicBezTo>
                    <a:lnTo>
                      <a:pt x="2704" y="4854"/>
                    </a:lnTo>
                    <a:cubicBezTo>
                      <a:pt x="2704" y="4961"/>
                      <a:pt x="2758" y="5068"/>
                      <a:pt x="2838" y="5130"/>
                    </a:cubicBezTo>
                    <a:lnTo>
                      <a:pt x="2838" y="5130"/>
                    </a:lnTo>
                    <a:cubicBezTo>
                      <a:pt x="2891" y="5175"/>
                      <a:pt x="2963" y="5202"/>
                      <a:pt x="3025" y="5202"/>
                    </a:cubicBezTo>
                    <a:lnTo>
                      <a:pt x="3025" y="5202"/>
                    </a:lnTo>
                    <a:cubicBezTo>
                      <a:pt x="3034" y="5202"/>
                      <a:pt x="3043" y="5202"/>
                      <a:pt x="3061" y="5202"/>
                    </a:cubicBezTo>
                    <a:lnTo>
                      <a:pt x="3061" y="5202"/>
                    </a:lnTo>
                    <a:cubicBezTo>
                      <a:pt x="3079" y="5202"/>
                      <a:pt x="3088" y="5184"/>
                      <a:pt x="3088" y="5166"/>
                    </a:cubicBezTo>
                    <a:lnTo>
                      <a:pt x="3088" y="5166"/>
                    </a:lnTo>
                    <a:cubicBezTo>
                      <a:pt x="3079" y="5148"/>
                      <a:pt x="3070" y="5139"/>
                      <a:pt x="3052" y="5139"/>
                    </a:cubicBezTo>
                    <a:lnTo>
                      <a:pt x="3052" y="5139"/>
                    </a:lnTo>
                    <a:cubicBezTo>
                      <a:pt x="2989" y="5148"/>
                      <a:pt x="2927" y="5130"/>
                      <a:pt x="2882" y="5086"/>
                    </a:cubicBezTo>
                    <a:lnTo>
                      <a:pt x="2882" y="5086"/>
                    </a:lnTo>
                    <a:cubicBezTo>
                      <a:pt x="2811" y="5023"/>
                      <a:pt x="2766" y="4943"/>
                      <a:pt x="2766" y="4854"/>
                    </a:cubicBezTo>
                    <a:lnTo>
                      <a:pt x="2766" y="4854"/>
                    </a:lnTo>
                    <a:cubicBezTo>
                      <a:pt x="2758" y="4720"/>
                      <a:pt x="2820" y="4577"/>
                      <a:pt x="2954" y="4426"/>
                    </a:cubicBezTo>
                    <a:lnTo>
                      <a:pt x="2954" y="4426"/>
                    </a:lnTo>
                    <a:cubicBezTo>
                      <a:pt x="2998" y="4381"/>
                      <a:pt x="3043" y="4337"/>
                      <a:pt x="3088" y="4292"/>
                    </a:cubicBezTo>
                    <a:lnTo>
                      <a:pt x="3088" y="4292"/>
                    </a:lnTo>
                    <a:cubicBezTo>
                      <a:pt x="3159" y="4221"/>
                      <a:pt x="3239" y="4140"/>
                      <a:pt x="3302" y="4060"/>
                    </a:cubicBezTo>
                    <a:lnTo>
                      <a:pt x="3302" y="4060"/>
                    </a:lnTo>
                    <a:cubicBezTo>
                      <a:pt x="3453" y="3846"/>
                      <a:pt x="3516" y="3560"/>
                      <a:pt x="3462" y="3302"/>
                    </a:cubicBezTo>
                    <a:lnTo>
                      <a:pt x="3462" y="3302"/>
                    </a:lnTo>
                    <a:cubicBezTo>
                      <a:pt x="3409" y="3043"/>
                      <a:pt x="3284" y="2847"/>
                      <a:pt x="3088" y="2722"/>
                    </a:cubicBezTo>
                    <a:lnTo>
                      <a:pt x="3088" y="2722"/>
                    </a:lnTo>
                    <a:cubicBezTo>
                      <a:pt x="3168" y="2633"/>
                      <a:pt x="3230" y="2526"/>
                      <a:pt x="3293" y="2418"/>
                    </a:cubicBezTo>
                    <a:lnTo>
                      <a:pt x="3293" y="2418"/>
                    </a:lnTo>
                    <a:cubicBezTo>
                      <a:pt x="3364" y="2294"/>
                      <a:pt x="3436" y="2169"/>
                      <a:pt x="3543" y="2053"/>
                    </a:cubicBezTo>
                    <a:lnTo>
                      <a:pt x="3543" y="2053"/>
                    </a:lnTo>
                    <a:cubicBezTo>
                      <a:pt x="3596" y="2008"/>
                      <a:pt x="3659" y="1964"/>
                      <a:pt x="3730" y="1919"/>
                    </a:cubicBezTo>
                    <a:lnTo>
                      <a:pt x="3730" y="1919"/>
                    </a:lnTo>
                    <a:cubicBezTo>
                      <a:pt x="3855" y="1910"/>
                      <a:pt x="3980" y="1972"/>
                      <a:pt x="4042" y="2017"/>
                    </a:cubicBezTo>
                    <a:lnTo>
                      <a:pt x="4042" y="2017"/>
                    </a:lnTo>
                    <a:cubicBezTo>
                      <a:pt x="4399" y="2240"/>
                      <a:pt x="4595" y="2659"/>
                      <a:pt x="4551" y="3070"/>
                    </a:cubicBezTo>
                    <a:lnTo>
                      <a:pt x="4551" y="3070"/>
                    </a:lnTo>
                    <a:cubicBezTo>
                      <a:pt x="4551" y="3079"/>
                      <a:pt x="4560" y="3096"/>
                      <a:pt x="4568" y="3096"/>
                    </a:cubicBezTo>
                    <a:lnTo>
                      <a:pt x="4568" y="3096"/>
                    </a:lnTo>
                    <a:cubicBezTo>
                      <a:pt x="4577" y="3105"/>
                      <a:pt x="4577" y="3105"/>
                      <a:pt x="4586" y="3105"/>
                    </a:cubicBezTo>
                    <a:lnTo>
                      <a:pt x="4586" y="3105"/>
                    </a:lnTo>
                    <a:cubicBezTo>
                      <a:pt x="4586" y="3105"/>
                      <a:pt x="4595" y="3105"/>
                      <a:pt x="4604" y="3096"/>
                    </a:cubicBezTo>
                    <a:lnTo>
                      <a:pt x="4604" y="3096"/>
                    </a:lnTo>
                    <a:lnTo>
                      <a:pt x="4667" y="3061"/>
                    </a:lnTo>
                    <a:cubicBezTo>
                      <a:pt x="4676" y="3052"/>
                      <a:pt x="4684" y="3034"/>
                      <a:pt x="4676" y="3016"/>
                    </a:cubicBezTo>
                    <a:lnTo>
                      <a:pt x="4676" y="3016"/>
                    </a:lnTo>
                    <a:cubicBezTo>
                      <a:pt x="4667" y="2998"/>
                      <a:pt x="4640" y="2998"/>
                      <a:pt x="4631" y="3007"/>
                    </a:cubicBezTo>
                    <a:lnTo>
                      <a:pt x="4631" y="3007"/>
                    </a:lnTo>
                    <a:lnTo>
                      <a:pt x="4622" y="3007"/>
                    </a:lnTo>
                    <a:cubicBezTo>
                      <a:pt x="4640" y="2597"/>
                      <a:pt x="4426" y="2187"/>
                      <a:pt x="4078" y="1964"/>
                    </a:cubicBezTo>
                    <a:lnTo>
                      <a:pt x="4078" y="1964"/>
                    </a:lnTo>
                    <a:cubicBezTo>
                      <a:pt x="3998" y="1910"/>
                      <a:pt x="3917" y="1883"/>
                      <a:pt x="3837" y="1865"/>
                    </a:cubicBezTo>
                    <a:lnTo>
                      <a:pt x="3837" y="1865"/>
                    </a:lnTo>
                    <a:cubicBezTo>
                      <a:pt x="3935" y="1821"/>
                      <a:pt x="4033" y="1776"/>
                      <a:pt x="4140" y="1732"/>
                    </a:cubicBezTo>
                    <a:lnTo>
                      <a:pt x="4140" y="1732"/>
                    </a:lnTo>
                    <a:cubicBezTo>
                      <a:pt x="4310" y="1669"/>
                      <a:pt x="4470" y="1598"/>
                      <a:pt x="4595" y="1517"/>
                    </a:cubicBezTo>
                    <a:lnTo>
                      <a:pt x="4595" y="1517"/>
                    </a:lnTo>
                    <a:cubicBezTo>
                      <a:pt x="4747" y="1410"/>
                      <a:pt x="4943" y="1357"/>
                      <a:pt x="5175" y="1357"/>
                    </a:cubicBezTo>
                    <a:lnTo>
                      <a:pt x="5175" y="1357"/>
                    </a:lnTo>
                    <a:cubicBezTo>
                      <a:pt x="5273" y="1357"/>
                      <a:pt x="5371" y="1366"/>
                      <a:pt x="5478" y="1384"/>
                    </a:cubicBezTo>
                    <a:lnTo>
                      <a:pt x="5478" y="1384"/>
                    </a:lnTo>
                    <a:cubicBezTo>
                      <a:pt x="5273" y="1491"/>
                      <a:pt x="5122" y="1705"/>
                      <a:pt x="5113" y="1937"/>
                    </a:cubicBezTo>
                    <a:lnTo>
                      <a:pt x="5113" y="1937"/>
                    </a:lnTo>
                    <a:cubicBezTo>
                      <a:pt x="5113" y="1955"/>
                      <a:pt x="5122" y="1972"/>
                      <a:pt x="5139" y="1972"/>
                    </a:cubicBezTo>
                    <a:lnTo>
                      <a:pt x="5139" y="1972"/>
                    </a:lnTo>
                    <a:lnTo>
                      <a:pt x="5202" y="1981"/>
                    </a:lnTo>
                    <a:cubicBezTo>
                      <a:pt x="5211" y="1981"/>
                      <a:pt x="5211" y="1981"/>
                      <a:pt x="5211" y="1981"/>
                    </a:cubicBezTo>
                    <a:lnTo>
                      <a:pt x="5211" y="1981"/>
                    </a:lnTo>
                    <a:cubicBezTo>
                      <a:pt x="5229" y="1981"/>
                      <a:pt x="5238" y="1972"/>
                      <a:pt x="5238" y="1955"/>
                    </a:cubicBezTo>
                    <a:lnTo>
                      <a:pt x="5238" y="1955"/>
                    </a:lnTo>
                    <a:cubicBezTo>
                      <a:pt x="5246" y="1937"/>
                      <a:pt x="5229" y="1919"/>
                      <a:pt x="5211" y="1919"/>
                    </a:cubicBezTo>
                    <a:lnTo>
                      <a:pt x="5211" y="1919"/>
                    </a:lnTo>
                    <a:lnTo>
                      <a:pt x="5175" y="1910"/>
                    </a:lnTo>
                    <a:cubicBezTo>
                      <a:pt x="5193" y="1714"/>
                      <a:pt x="5336" y="1517"/>
                      <a:pt x="5514" y="1437"/>
                    </a:cubicBezTo>
                    <a:lnTo>
                      <a:pt x="5514" y="1437"/>
                    </a:lnTo>
                    <a:cubicBezTo>
                      <a:pt x="5532" y="1428"/>
                      <a:pt x="5541" y="1410"/>
                      <a:pt x="5532" y="1393"/>
                    </a:cubicBezTo>
                    <a:lnTo>
                      <a:pt x="5532" y="1393"/>
                    </a:lnTo>
                    <a:cubicBezTo>
                      <a:pt x="5559" y="1401"/>
                      <a:pt x="5585" y="1401"/>
                      <a:pt x="5621" y="1410"/>
                    </a:cubicBezTo>
                    <a:lnTo>
                      <a:pt x="5621" y="1410"/>
                    </a:lnTo>
                    <a:cubicBezTo>
                      <a:pt x="5826" y="1455"/>
                      <a:pt x="6049" y="1375"/>
                      <a:pt x="6272" y="1294"/>
                    </a:cubicBezTo>
                    <a:lnTo>
                      <a:pt x="6272" y="1294"/>
                    </a:lnTo>
                    <a:cubicBezTo>
                      <a:pt x="6371" y="1250"/>
                      <a:pt x="6469" y="1214"/>
                      <a:pt x="6576" y="1187"/>
                    </a:cubicBezTo>
                    <a:lnTo>
                      <a:pt x="6576" y="1187"/>
                    </a:lnTo>
                    <a:cubicBezTo>
                      <a:pt x="6567" y="1205"/>
                      <a:pt x="6558" y="1214"/>
                      <a:pt x="6558" y="1223"/>
                    </a:cubicBezTo>
                    <a:lnTo>
                      <a:pt x="6558" y="1223"/>
                    </a:lnTo>
                    <a:cubicBezTo>
                      <a:pt x="6522" y="1294"/>
                      <a:pt x="6602" y="1535"/>
                      <a:pt x="6656" y="1589"/>
                    </a:cubicBezTo>
                    <a:lnTo>
                      <a:pt x="6656" y="1589"/>
                    </a:lnTo>
                    <a:cubicBezTo>
                      <a:pt x="6656" y="1589"/>
                      <a:pt x="6665" y="1598"/>
                      <a:pt x="6674" y="1598"/>
                    </a:cubicBezTo>
                    <a:lnTo>
                      <a:pt x="6674" y="1598"/>
                    </a:lnTo>
                    <a:cubicBezTo>
                      <a:pt x="6683" y="1598"/>
                      <a:pt x="6692" y="1589"/>
                      <a:pt x="6701" y="158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" name="Google Shape;928;p48">
              <a:extLst>
                <a:ext uri="{FF2B5EF4-FFF2-40B4-BE49-F238E27FC236}">
                  <a16:creationId xmlns:a16="http://schemas.microsoft.com/office/drawing/2014/main" id="{78E52CCE-B812-E1AB-FD33-67C742C00850}"/>
                </a:ext>
              </a:extLst>
            </p:cNvPr>
            <p:cNvSpPr/>
            <p:nvPr/>
          </p:nvSpPr>
          <p:spPr>
            <a:xfrm>
              <a:off x="3186425" y="4160625"/>
              <a:ext cx="533679" cy="414643"/>
            </a:xfrm>
            <a:custGeom>
              <a:avLst/>
              <a:gdLst/>
              <a:ahLst/>
              <a:cxnLst/>
              <a:rect l="l" t="t" r="r" b="b"/>
              <a:pathLst>
                <a:path w="11437" h="8886" extrusionOk="0">
                  <a:moveTo>
                    <a:pt x="2855" y="18"/>
                  </a:moveTo>
                  <a:lnTo>
                    <a:pt x="2061" y="1223"/>
                  </a:lnTo>
                  <a:cubicBezTo>
                    <a:pt x="2052" y="1223"/>
                    <a:pt x="2043" y="1223"/>
                    <a:pt x="2034" y="1223"/>
                  </a:cubicBezTo>
                  <a:lnTo>
                    <a:pt x="2034" y="1223"/>
                  </a:lnTo>
                  <a:cubicBezTo>
                    <a:pt x="1981" y="1223"/>
                    <a:pt x="1936" y="1267"/>
                    <a:pt x="1936" y="1321"/>
                  </a:cubicBezTo>
                  <a:lnTo>
                    <a:pt x="1936" y="1321"/>
                  </a:lnTo>
                  <a:cubicBezTo>
                    <a:pt x="1936" y="1339"/>
                    <a:pt x="1945" y="1357"/>
                    <a:pt x="1954" y="1365"/>
                  </a:cubicBezTo>
                  <a:lnTo>
                    <a:pt x="1954" y="1365"/>
                  </a:lnTo>
                  <a:lnTo>
                    <a:pt x="437" y="2900"/>
                  </a:lnTo>
                  <a:cubicBezTo>
                    <a:pt x="428" y="2900"/>
                    <a:pt x="411" y="2900"/>
                    <a:pt x="402" y="2900"/>
                  </a:cubicBezTo>
                  <a:lnTo>
                    <a:pt x="402" y="2900"/>
                  </a:lnTo>
                  <a:cubicBezTo>
                    <a:pt x="348" y="2900"/>
                    <a:pt x="303" y="2944"/>
                    <a:pt x="303" y="2998"/>
                  </a:cubicBezTo>
                  <a:lnTo>
                    <a:pt x="303" y="2998"/>
                  </a:lnTo>
                  <a:cubicBezTo>
                    <a:pt x="303" y="3034"/>
                    <a:pt x="321" y="3060"/>
                    <a:pt x="357" y="3078"/>
                  </a:cubicBezTo>
                  <a:lnTo>
                    <a:pt x="357" y="3078"/>
                  </a:lnTo>
                  <a:lnTo>
                    <a:pt x="63" y="4827"/>
                  </a:lnTo>
                  <a:cubicBezTo>
                    <a:pt x="27" y="4845"/>
                    <a:pt x="0" y="4880"/>
                    <a:pt x="0" y="4925"/>
                  </a:cubicBezTo>
                  <a:lnTo>
                    <a:pt x="0" y="4925"/>
                  </a:lnTo>
                  <a:cubicBezTo>
                    <a:pt x="0" y="4970"/>
                    <a:pt x="36" y="5014"/>
                    <a:pt x="89" y="5023"/>
                  </a:cubicBezTo>
                  <a:lnTo>
                    <a:pt x="89" y="5023"/>
                  </a:lnTo>
                  <a:lnTo>
                    <a:pt x="660" y="6227"/>
                  </a:lnTo>
                  <a:cubicBezTo>
                    <a:pt x="634" y="6245"/>
                    <a:pt x="625" y="6272"/>
                    <a:pt x="625" y="6308"/>
                  </a:cubicBezTo>
                  <a:lnTo>
                    <a:pt x="625" y="6308"/>
                  </a:lnTo>
                  <a:cubicBezTo>
                    <a:pt x="625" y="6361"/>
                    <a:pt x="669" y="6406"/>
                    <a:pt x="723" y="6406"/>
                  </a:cubicBezTo>
                  <a:lnTo>
                    <a:pt x="723" y="6406"/>
                  </a:lnTo>
                  <a:cubicBezTo>
                    <a:pt x="741" y="6406"/>
                    <a:pt x="758" y="6397"/>
                    <a:pt x="767" y="6388"/>
                  </a:cubicBezTo>
                  <a:lnTo>
                    <a:pt x="767" y="6388"/>
                  </a:lnTo>
                  <a:cubicBezTo>
                    <a:pt x="1338" y="6745"/>
                    <a:pt x="2177" y="7280"/>
                    <a:pt x="2409" y="7467"/>
                  </a:cubicBezTo>
                  <a:lnTo>
                    <a:pt x="2409" y="7467"/>
                  </a:lnTo>
                  <a:cubicBezTo>
                    <a:pt x="2400" y="7476"/>
                    <a:pt x="2400" y="7494"/>
                    <a:pt x="2400" y="7512"/>
                  </a:cubicBezTo>
                  <a:lnTo>
                    <a:pt x="2400" y="7512"/>
                  </a:lnTo>
                  <a:cubicBezTo>
                    <a:pt x="2400" y="7566"/>
                    <a:pt x="2445" y="7610"/>
                    <a:pt x="2498" y="7610"/>
                  </a:cubicBezTo>
                  <a:lnTo>
                    <a:pt x="2498" y="7610"/>
                  </a:lnTo>
                  <a:cubicBezTo>
                    <a:pt x="2525" y="7610"/>
                    <a:pt x="2552" y="7592"/>
                    <a:pt x="2569" y="7574"/>
                  </a:cubicBezTo>
                  <a:lnTo>
                    <a:pt x="2569" y="7574"/>
                  </a:lnTo>
                  <a:lnTo>
                    <a:pt x="3934" y="8065"/>
                  </a:lnTo>
                  <a:cubicBezTo>
                    <a:pt x="3943" y="8119"/>
                    <a:pt x="3979" y="8163"/>
                    <a:pt x="4032" y="8163"/>
                  </a:cubicBezTo>
                  <a:lnTo>
                    <a:pt x="4032" y="8163"/>
                  </a:lnTo>
                  <a:cubicBezTo>
                    <a:pt x="4068" y="8163"/>
                    <a:pt x="4095" y="8145"/>
                    <a:pt x="4113" y="8128"/>
                  </a:cubicBezTo>
                  <a:lnTo>
                    <a:pt x="4113" y="8128"/>
                  </a:lnTo>
                  <a:lnTo>
                    <a:pt x="5915" y="8788"/>
                  </a:lnTo>
                  <a:lnTo>
                    <a:pt x="5915" y="8788"/>
                  </a:lnTo>
                  <a:lnTo>
                    <a:pt x="5915" y="8788"/>
                  </a:lnTo>
                  <a:cubicBezTo>
                    <a:pt x="5915" y="8841"/>
                    <a:pt x="5959" y="8886"/>
                    <a:pt x="6013" y="8886"/>
                  </a:cubicBezTo>
                  <a:lnTo>
                    <a:pt x="6013" y="8886"/>
                  </a:lnTo>
                  <a:cubicBezTo>
                    <a:pt x="6075" y="8886"/>
                    <a:pt x="6120" y="8841"/>
                    <a:pt x="6120" y="8788"/>
                  </a:cubicBezTo>
                  <a:lnTo>
                    <a:pt x="6120" y="8788"/>
                  </a:lnTo>
                  <a:cubicBezTo>
                    <a:pt x="6120" y="8779"/>
                    <a:pt x="6111" y="8770"/>
                    <a:pt x="6111" y="8761"/>
                  </a:cubicBezTo>
                  <a:lnTo>
                    <a:pt x="6111" y="8761"/>
                  </a:lnTo>
                  <a:lnTo>
                    <a:pt x="8636" y="6861"/>
                  </a:lnTo>
                  <a:cubicBezTo>
                    <a:pt x="8645" y="6870"/>
                    <a:pt x="8671" y="6879"/>
                    <a:pt x="8689" y="6879"/>
                  </a:cubicBezTo>
                  <a:lnTo>
                    <a:pt x="8689" y="6879"/>
                  </a:lnTo>
                  <a:cubicBezTo>
                    <a:pt x="8743" y="6879"/>
                    <a:pt x="8787" y="6834"/>
                    <a:pt x="8787" y="6780"/>
                  </a:cubicBezTo>
                  <a:lnTo>
                    <a:pt x="8787" y="6780"/>
                  </a:lnTo>
                  <a:cubicBezTo>
                    <a:pt x="8787" y="6763"/>
                    <a:pt x="8787" y="6754"/>
                    <a:pt x="8778" y="6736"/>
                  </a:cubicBezTo>
                  <a:lnTo>
                    <a:pt x="8778" y="6736"/>
                  </a:lnTo>
                  <a:lnTo>
                    <a:pt x="10438" y="5210"/>
                  </a:lnTo>
                  <a:cubicBezTo>
                    <a:pt x="10447" y="5219"/>
                    <a:pt x="10465" y="5228"/>
                    <a:pt x="10482" y="5228"/>
                  </a:cubicBezTo>
                  <a:lnTo>
                    <a:pt x="10482" y="5228"/>
                  </a:lnTo>
                  <a:cubicBezTo>
                    <a:pt x="10536" y="5228"/>
                    <a:pt x="10580" y="5184"/>
                    <a:pt x="10580" y="5130"/>
                  </a:cubicBezTo>
                  <a:lnTo>
                    <a:pt x="10580" y="5130"/>
                  </a:lnTo>
                  <a:cubicBezTo>
                    <a:pt x="10580" y="5103"/>
                    <a:pt x="10572" y="5077"/>
                    <a:pt x="10554" y="5059"/>
                  </a:cubicBezTo>
                  <a:lnTo>
                    <a:pt x="10554" y="5059"/>
                  </a:lnTo>
                  <a:lnTo>
                    <a:pt x="11330" y="3506"/>
                  </a:lnTo>
                  <a:cubicBezTo>
                    <a:pt x="11330" y="3506"/>
                    <a:pt x="11330" y="3506"/>
                    <a:pt x="11339" y="3506"/>
                  </a:cubicBezTo>
                  <a:lnTo>
                    <a:pt x="11339" y="3506"/>
                  </a:lnTo>
                  <a:cubicBezTo>
                    <a:pt x="11392" y="3506"/>
                    <a:pt x="11437" y="3462"/>
                    <a:pt x="11437" y="3408"/>
                  </a:cubicBezTo>
                  <a:lnTo>
                    <a:pt x="11437" y="3408"/>
                  </a:lnTo>
                  <a:cubicBezTo>
                    <a:pt x="11437" y="3364"/>
                    <a:pt x="11410" y="3328"/>
                    <a:pt x="11374" y="3310"/>
                  </a:cubicBezTo>
                  <a:lnTo>
                    <a:pt x="11374" y="3310"/>
                  </a:lnTo>
                  <a:cubicBezTo>
                    <a:pt x="11321" y="3052"/>
                    <a:pt x="11053" y="2418"/>
                    <a:pt x="10812" y="1856"/>
                  </a:cubicBezTo>
                  <a:lnTo>
                    <a:pt x="10812" y="1856"/>
                  </a:lnTo>
                  <a:cubicBezTo>
                    <a:pt x="10830" y="1838"/>
                    <a:pt x="10839" y="1811"/>
                    <a:pt x="10839" y="1785"/>
                  </a:cubicBezTo>
                  <a:lnTo>
                    <a:pt x="10839" y="1785"/>
                  </a:lnTo>
                  <a:cubicBezTo>
                    <a:pt x="10839" y="1731"/>
                    <a:pt x="10795" y="1687"/>
                    <a:pt x="10741" y="1687"/>
                  </a:cubicBezTo>
                  <a:lnTo>
                    <a:pt x="10741" y="1687"/>
                  </a:lnTo>
                  <a:cubicBezTo>
                    <a:pt x="10723" y="1687"/>
                    <a:pt x="10705" y="1696"/>
                    <a:pt x="10688" y="1704"/>
                  </a:cubicBezTo>
                  <a:lnTo>
                    <a:pt x="10688" y="1704"/>
                  </a:lnTo>
                  <a:lnTo>
                    <a:pt x="8877" y="536"/>
                  </a:lnTo>
                  <a:cubicBezTo>
                    <a:pt x="8877" y="527"/>
                    <a:pt x="8886" y="518"/>
                    <a:pt x="8886" y="509"/>
                  </a:cubicBezTo>
                  <a:lnTo>
                    <a:pt x="8886" y="509"/>
                  </a:lnTo>
                  <a:cubicBezTo>
                    <a:pt x="8886" y="456"/>
                    <a:pt x="8841" y="411"/>
                    <a:pt x="8778" y="411"/>
                  </a:cubicBezTo>
                  <a:lnTo>
                    <a:pt x="8778" y="411"/>
                  </a:lnTo>
                  <a:cubicBezTo>
                    <a:pt x="8752" y="411"/>
                    <a:pt x="8716" y="429"/>
                    <a:pt x="8698" y="456"/>
                  </a:cubicBezTo>
                  <a:lnTo>
                    <a:pt x="8698" y="456"/>
                  </a:lnTo>
                  <a:lnTo>
                    <a:pt x="7440" y="143"/>
                  </a:lnTo>
                  <a:cubicBezTo>
                    <a:pt x="7431" y="99"/>
                    <a:pt x="7387" y="63"/>
                    <a:pt x="7342" y="63"/>
                  </a:cubicBezTo>
                  <a:lnTo>
                    <a:pt x="7342" y="63"/>
                  </a:lnTo>
                  <a:cubicBezTo>
                    <a:pt x="7298" y="63"/>
                    <a:pt x="7262" y="90"/>
                    <a:pt x="7253" y="125"/>
                  </a:cubicBezTo>
                  <a:lnTo>
                    <a:pt x="7253" y="125"/>
                  </a:lnTo>
                  <a:cubicBezTo>
                    <a:pt x="7083" y="117"/>
                    <a:pt x="6736" y="117"/>
                    <a:pt x="5977" y="117"/>
                  </a:cubicBezTo>
                  <a:lnTo>
                    <a:pt x="5977" y="117"/>
                  </a:lnTo>
                  <a:cubicBezTo>
                    <a:pt x="5460" y="125"/>
                    <a:pt x="4942" y="125"/>
                    <a:pt x="4719" y="125"/>
                  </a:cubicBezTo>
                  <a:lnTo>
                    <a:pt x="4719" y="125"/>
                  </a:lnTo>
                  <a:cubicBezTo>
                    <a:pt x="4702" y="99"/>
                    <a:pt x="4666" y="81"/>
                    <a:pt x="4630" y="81"/>
                  </a:cubicBezTo>
                  <a:lnTo>
                    <a:pt x="4630" y="81"/>
                  </a:lnTo>
                  <a:cubicBezTo>
                    <a:pt x="4594" y="81"/>
                    <a:pt x="4568" y="99"/>
                    <a:pt x="4550" y="125"/>
                  </a:cubicBezTo>
                  <a:lnTo>
                    <a:pt x="4550" y="125"/>
                  </a:lnTo>
                  <a:lnTo>
                    <a:pt x="2891" y="1"/>
                  </a:lnTo>
                  <a:cubicBezTo>
                    <a:pt x="2891" y="1"/>
                    <a:pt x="2882" y="1"/>
                    <a:pt x="2882" y="1"/>
                  </a:cubicBezTo>
                  <a:lnTo>
                    <a:pt x="2882" y="1"/>
                  </a:lnTo>
                  <a:cubicBezTo>
                    <a:pt x="2873" y="1"/>
                    <a:pt x="2864" y="9"/>
                    <a:pt x="2855" y="18"/>
                  </a:cubicBezTo>
                  <a:moveTo>
                    <a:pt x="2132" y="1330"/>
                  </a:moveTo>
                  <a:cubicBezTo>
                    <a:pt x="2132" y="1330"/>
                    <a:pt x="2132" y="1330"/>
                    <a:pt x="2132" y="1321"/>
                  </a:cubicBezTo>
                  <a:lnTo>
                    <a:pt x="2132" y="1321"/>
                  </a:lnTo>
                  <a:cubicBezTo>
                    <a:pt x="2132" y="1303"/>
                    <a:pt x="2123" y="1276"/>
                    <a:pt x="2114" y="1258"/>
                  </a:cubicBezTo>
                  <a:lnTo>
                    <a:pt x="2114" y="1258"/>
                  </a:lnTo>
                  <a:lnTo>
                    <a:pt x="2899" y="63"/>
                  </a:lnTo>
                  <a:lnTo>
                    <a:pt x="4532" y="188"/>
                  </a:lnTo>
                  <a:cubicBezTo>
                    <a:pt x="4541" y="232"/>
                    <a:pt x="4586" y="277"/>
                    <a:pt x="4630" y="277"/>
                  </a:cubicBezTo>
                  <a:lnTo>
                    <a:pt x="4630" y="277"/>
                  </a:lnTo>
                  <a:lnTo>
                    <a:pt x="5719" y="2088"/>
                  </a:lnTo>
                  <a:cubicBezTo>
                    <a:pt x="5710" y="2097"/>
                    <a:pt x="5701" y="2106"/>
                    <a:pt x="5701" y="2115"/>
                  </a:cubicBezTo>
                  <a:lnTo>
                    <a:pt x="5701" y="2115"/>
                  </a:lnTo>
                  <a:lnTo>
                    <a:pt x="4755" y="2008"/>
                  </a:lnTo>
                  <a:cubicBezTo>
                    <a:pt x="4746" y="1963"/>
                    <a:pt x="4710" y="1936"/>
                    <a:pt x="4666" y="1936"/>
                  </a:cubicBezTo>
                  <a:lnTo>
                    <a:pt x="4666" y="1936"/>
                  </a:lnTo>
                  <a:cubicBezTo>
                    <a:pt x="4630" y="1936"/>
                    <a:pt x="4594" y="1945"/>
                    <a:pt x="4577" y="1972"/>
                  </a:cubicBezTo>
                  <a:lnTo>
                    <a:pt x="4577" y="1972"/>
                  </a:lnTo>
                  <a:close/>
                  <a:moveTo>
                    <a:pt x="4764" y="188"/>
                  </a:moveTo>
                  <a:cubicBezTo>
                    <a:pt x="5674" y="179"/>
                    <a:pt x="6869" y="179"/>
                    <a:pt x="7244" y="188"/>
                  </a:cubicBezTo>
                  <a:lnTo>
                    <a:pt x="7244" y="188"/>
                  </a:lnTo>
                  <a:cubicBezTo>
                    <a:pt x="7253" y="215"/>
                    <a:pt x="7271" y="232"/>
                    <a:pt x="7298" y="250"/>
                  </a:cubicBezTo>
                  <a:lnTo>
                    <a:pt x="7298" y="250"/>
                  </a:lnTo>
                  <a:cubicBezTo>
                    <a:pt x="7244" y="384"/>
                    <a:pt x="7155" y="634"/>
                    <a:pt x="7039" y="1000"/>
                  </a:cubicBezTo>
                  <a:lnTo>
                    <a:pt x="7039" y="1000"/>
                  </a:lnTo>
                  <a:cubicBezTo>
                    <a:pt x="7012" y="1000"/>
                    <a:pt x="6985" y="1018"/>
                    <a:pt x="6967" y="1035"/>
                  </a:cubicBezTo>
                  <a:lnTo>
                    <a:pt x="6967" y="1035"/>
                  </a:lnTo>
                  <a:close/>
                  <a:moveTo>
                    <a:pt x="7449" y="3132"/>
                  </a:moveTo>
                  <a:lnTo>
                    <a:pt x="7092" y="1187"/>
                  </a:lnTo>
                  <a:cubicBezTo>
                    <a:pt x="7119" y="1169"/>
                    <a:pt x="7146" y="1134"/>
                    <a:pt x="7146" y="1098"/>
                  </a:cubicBezTo>
                  <a:lnTo>
                    <a:pt x="7146" y="1098"/>
                  </a:lnTo>
                  <a:cubicBezTo>
                    <a:pt x="7146" y="1062"/>
                    <a:pt x="7128" y="1035"/>
                    <a:pt x="7101" y="1018"/>
                  </a:cubicBezTo>
                  <a:lnTo>
                    <a:pt x="7101" y="1018"/>
                  </a:lnTo>
                  <a:cubicBezTo>
                    <a:pt x="7191" y="750"/>
                    <a:pt x="7298" y="411"/>
                    <a:pt x="7351" y="259"/>
                  </a:cubicBezTo>
                  <a:lnTo>
                    <a:pt x="7351" y="259"/>
                  </a:lnTo>
                  <a:cubicBezTo>
                    <a:pt x="7387" y="250"/>
                    <a:pt x="7414" y="232"/>
                    <a:pt x="7422" y="206"/>
                  </a:cubicBezTo>
                  <a:lnTo>
                    <a:pt x="7422" y="206"/>
                  </a:lnTo>
                  <a:lnTo>
                    <a:pt x="8680" y="518"/>
                  </a:lnTo>
                  <a:cubicBezTo>
                    <a:pt x="8689" y="563"/>
                    <a:pt x="8725" y="598"/>
                    <a:pt x="8770" y="607"/>
                  </a:cubicBezTo>
                  <a:lnTo>
                    <a:pt x="8770" y="607"/>
                  </a:lnTo>
                  <a:lnTo>
                    <a:pt x="8912" y="1535"/>
                  </a:lnTo>
                  <a:cubicBezTo>
                    <a:pt x="8886" y="1553"/>
                    <a:pt x="8868" y="1580"/>
                    <a:pt x="8868" y="1615"/>
                  </a:cubicBezTo>
                  <a:lnTo>
                    <a:pt x="8868" y="1615"/>
                  </a:lnTo>
                  <a:cubicBezTo>
                    <a:pt x="8868" y="1633"/>
                    <a:pt x="8868" y="1651"/>
                    <a:pt x="8877" y="1660"/>
                  </a:cubicBezTo>
                  <a:lnTo>
                    <a:pt x="8877" y="1660"/>
                  </a:lnTo>
                  <a:lnTo>
                    <a:pt x="7485" y="3141"/>
                  </a:lnTo>
                  <a:cubicBezTo>
                    <a:pt x="7476" y="3132"/>
                    <a:pt x="7467" y="3132"/>
                    <a:pt x="7449" y="3132"/>
                  </a:cubicBezTo>
                  <a:close/>
                  <a:moveTo>
                    <a:pt x="4693" y="259"/>
                  </a:moveTo>
                  <a:cubicBezTo>
                    <a:pt x="4702" y="250"/>
                    <a:pt x="4710" y="241"/>
                    <a:pt x="4710" y="232"/>
                  </a:cubicBezTo>
                  <a:lnTo>
                    <a:pt x="4710" y="232"/>
                  </a:lnTo>
                  <a:lnTo>
                    <a:pt x="6950" y="1098"/>
                  </a:lnTo>
                  <a:cubicBezTo>
                    <a:pt x="6950" y="1098"/>
                    <a:pt x="6950" y="1098"/>
                    <a:pt x="6950" y="1098"/>
                  </a:cubicBezTo>
                  <a:lnTo>
                    <a:pt x="6950" y="1098"/>
                  </a:lnTo>
                  <a:cubicBezTo>
                    <a:pt x="6950" y="1107"/>
                    <a:pt x="6950" y="1125"/>
                    <a:pt x="6950" y="1134"/>
                  </a:cubicBezTo>
                  <a:lnTo>
                    <a:pt x="6950" y="1134"/>
                  </a:lnTo>
                  <a:lnTo>
                    <a:pt x="5835" y="2070"/>
                  </a:lnTo>
                  <a:cubicBezTo>
                    <a:pt x="5826" y="2061"/>
                    <a:pt x="5808" y="2061"/>
                    <a:pt x="5790" y="2061"/>
                  </a:cubicBezTo>
                  <a:lnTo>
                    <a:pt x="5790" y="2061"/>
                  </a:lnTo>
                  <a:cubicBezTo>
                    <a:pt x="5781" y="2061"/>
                    <a:pt x="5772" y="2061"/>
                    <a:pt x="5772" y="2061"/>
                  </a:cubicBezTo>
                  <a:lnTo>
                    <a:pt x="5772" y="2061"/>
                  </a:lnTo>
                  <a:close/>
                  <a:moveTo>
                    <a:pt x="9055" y="1588"/>
                  </a:moveTo>
                  <a:cubicBezTo>
                    <a:pt x="9046" y="1553"/>
                    <a:pt x="9019" y="1526"/>
                    <a:pt x="8975" y="1517"/>
                  </a:cubicBezTo>
                  <a:lnTo>
                    <a:pt x="8975" y="1517"/>
                  </a:lnTo>
                  <a:lnTo>
                    <a:pt x="8832" y="598"/>
                  </a:lnTo>
                  <a:cubicBezTo>
                    <a:pt x="8832" y="589"/>
                    <a:pt x="8841" y="589"/>
                    <a:pt x="8841" y="589"/>
                  </a:cubicBezTo>
                  <a:lnTo>
                    <a:pt x="8841" y="589"/>
                  </a:lnTo>
                  <a:lnTo>
                    <a:pt x="10598" y="1713"/>
                  </a:lnTo>
                  <a:cubicBezTo>
                    <a:pt x="10411" y="1696"/>
                    <a:pt x="9992" y="1660"/>
                    <a:pt x="9055" y="1588"/>
                  </a:cubicBezTo>
                  <a:close/>
                  <a:moveTo>
                    <a:pt x="5888" y="2159"/>
                  </a:moveTo>
                  <a:cubicBezTo>
                    <a:pt x="5888" y="2142"/>
                    <a:pt x="5888" y="2133"/>
                    <a:pt x="5879" y="2115"/>
                  </a:cubicBezTo>
                  <a:lnTo>
                    <a:pt x="5879" y="2115"/>
                  </a:lnTo>
                  <a:lnTo>
                    <a:pt x="6994" y="1178"/>
                  </a:lnTo>
                  <a:cubicBezTo>
                    <a:pt x="7003" y="1187"/>
                    <a:pt x="7021" y="1196"/>
                    <a:pt x="7030" y="1196"/>
                  </a:cubicBezTo>
                  <a:lnTo>
                    <a:pt x="7030" y="1196"/>
                  </a:lnTo>
                  <a:lnTo>
                    <a:pt x="7396" y="3141"/>
                  </a:lnTo>
                  <a:cubicBezTo>
                    <a:pt x="7360" y="3159"/>
                    <a:pt x="7342" y="3194"/>
                    <a:pt x="7342" y="3230"/>
                  </a:cubicBezTo>
                  <a:lnTo>
                    <a:pt x="7342" y="3230"/>
                  </a:lnTo>
                  <a:cubicBezTo>
                    <a:pt x="7342" y="3230"/>
                    <a:pt x="7342" y="3239"/>
                    <a:pt x="7342" y="3239"/>
                  </a:cubicBezTo>
                  <a:lnTo>
                    <a:pt x="7342" y="3239"/>
                  </a:lnTo>
                  <a:lnTo>
                    <a:pt x="4764" y="4488"/>
                  </a:lnTo>
                  <a:cubicBezTo>
                    <a:pt x="4746" y="4479"/>
                    <a:pt x="4728" y="4470"/>
                    <a:pt x="4710" y="4470"/>
                  </a:cubicBezTo>
                  <a:lnTo>
                    <a:pt x="4710" y="4470"/>
                  </a:lnTo>
                  <a:cubicBezTo>
                    <a:pt x="4710" y="4470"/>
                    <a:pt x="4710" y="4470"/>
                    <a:pt x="4710" y="4470"/>
                  </a:cubicBezTo>
                  <a:lnTo>
                    <a:pt x="4710" y="4470"/>
                  </a:lnTo>
                  <a:lnTo>
                    <a:pt x="4728" y="4274"/>
                  </a:lnTo>
                  <a:cubicBezTo>
                    <a:pt x="4773" y="4265"/>
                    <a:pt x="4809" y="4220"/>
                    <a:pt x="4809" y="4176"/>
                  </a:cubicBezTo>
                  <a:lnTo>
                    <a:pt x="4809" y="4176"/>
                  </a:lnTo>
                  <a:cubicBezTo>
                    <a:pt x="4809" y="4149"/>
                    <a:pt x="4791" y="4122"/>
                    <a:pt x="4773" y="4104"/>
                  </a:cubicBezTo>
                  <a:lnTo>
                    <a:pt x="4773" y="4104"/>
                  </a:lnTo>
                  <a:lnTo>
                    <a:pt x="5772" y="2249"/>
                  </a:lnTo>
                  <a:cubicBezTo>
                    <a:pt x="5772" y="2258"/>
                    <a:pt x="5781" y="2258"/>
                    <a:pt x="5790" y="2258"/>
                  </a:cubicBezTo>
                  <a:lnTo>
                    <a:pt x="5790" y="2258"/>
                  </a:lnTo>
                  <a:cubicBezTo>
                    <a:pt x="5843" y="2258"/>
                    <a:pt x="5888" y="2213"/>
                    <a:pt x="5888" y="2159"/>
                  </a:cubicBezTo>
                  <a:close/>
                  <a:moveTo>
                    <a:pt x="2132" y="1392"/>
                  </a:moveTo>
                  <a:lnTo>
                    <a:pt x="4568" y="2035"/>
                  </a:lnTo>
                  <a:cubicBezTo>
                    <a:pt x="4568" y="2052"/>
                    <a:pt x="4568" y="2061"/>
                    <a:pt x="4577" y="2070"/>
                  </a:cubicBezTo>
                  <a:lnTo>
                    <a:pt x="4577" y="2070"/>
                  </a:lnTo>
                  <a:lnTo>
                    <a:pt x="3711" y="2909"/>
                  </a:lnTo>
                  <a:cubicBezTo>
                    <a:pt x="3702" y="2900"/>
                    <a:pt x="3693" y="2900"/>
                    <a:pt x="3676" y="2900"/>
                  </a:cubicBezTo>
                  <a:lnTo>
                    <a:pt x="3676" y="2900"/>
                  </a:lnTo>
                  <a:cubicBezTo>
                    <a:pt x="3667" y="2900"/>
                    <a:pt x="3649" y="2900"/>
                    <a:pt x="3640" y="2900"/>
                  </a:cubicBezTo>
                  <a:lnTo>
                    <a:pt x="3640" y="2900"/>
                  </a:lnTo>
                  <a:close/>
                  <a:moveTo>
                    <a:pt x="500" y="2998"/>
                  </a:moveTo>
                  <a:lnTo>
                    <a:pt x="500" y="2998"/>
                  </a:lnTo>
                  <a:lnTo>
                    <a:pt x="500" y="2998"/>
                  </a:lnTo>
                  <a:cubicBezTo>
                    <a:pt x="500" y="2980"/>
                    <a:pt x="500" y="2962"/>
                    <a:pt x="482" y="2944"/>
                  </a:cubicBezTo>
                  <a:lnTo>
                    <a:pt x="482" y="2944"/>
                  </a:lnTo>
                  <a:lnTo>
                    <a:pt x="1998" y="1410"/>
                  </a:lnTo>
                  <a:cubicBezTo>
                    <a:pt x="2007" y="1419"/>
                    <a:pt x="2025" y="1419"/>
                    <a:pt x="2034" y="1419"/>
                  </a:cubicBezTo>
                  <a:lnTo>
                    <a:pt x="2034" y="1419"/>
                  </a:lnTo>
                  <a:cubicBezTo>
                    <a:pt x="2043" y="1419"/>
                    <a:pt x="2052" y="1419"/>
                    <a:pt x="2061" y="1419"/>
                  </a:cubicBezTo>
                  <a:lnTo>
                    <a:pt x="2061" y="1419"/>
                  </a:lnTo>
                  <a:lnTo>
                    <a:pt x="3595" y="2944"/>
                  </a:lnTo>
                  <a:cubicBezTo>
                    <a:pt x="3586" y="2962"/>
                    <a:pt x="3577" y="2980"/>
                    <a:pt x="3577" y="2998"/>
                  </a:cubicBezTo>
                  <a:lnTo>
                    <a:pt x="3577" y="2998"/>
                  </a:lnTo>
                  <a:cubicBezTo>
                    <a:pt x="3577" y="3025"/>
                    <a:pt x="3586" y="3052"/>
                    <a:pt x="3613" y="3069"/>
                  </a:cubicBezTo>
                  <a:lnTo>
                    <a:pt x="3613" y="3069"/>
                  </a:lnTo>
                  <a:lnTo>
                    <a:pt x="3140" y="4193"/>
                  </a:lnTo>
                  <a:cubicBezTo>
                    <a:pt x="3131" y="4193"/>
                    <a:pt x="3123" y="4193"/>
                    <a:pt x="3114" y="4193"/>
                  </a:cubicBezTo>
                  <a:lnTo>
                    <a:pt x="3114" y="4193"/>
                  </a:lnTo>
                  <a:cubicBezTo>
                    <a:pt x="3105" y="4193"/>
                    <a:pt x="3087" y="4193"/>
                    <a:pt x="3078" y="4193"/>
                  </a:cubicBezTo>
                  <a:lnTo>
                    <a:pt x="3078" y="4193"/>
                  </a:lnTo>
                  <a:close/>
                  <a:moveTo>
                    <a:pt x="9055" y="1651"/>
                  </a:moveTo>
                  <a:cubicBezTo>
                    <a:pt x="9626" y="1696"/>
                    <a:pt x="10384" y="1749"/>
                    <a:pt x="10643" y="1785"/>
                  </a:cubicBezTo>
                  <a:lnTo>
                    <a:pt x="10643" y="1785"/>
                  </a:lnTo>
                  <a:lnTo>
                    <a:pt x="10643" y="1785"/>
                  </a:lnTo>
                  <a:lnTo>
                    <a:pt x="10643" y="1785"/>
                  </a:lnTo>
                  <a:cubicBezTo>
                    <a:pt x="10643" y="1811"/>
                    <a:pt x="10652" y="1838"/>
                    <a:pt x="10670" y="1856"/>
                  </a:cubicBezTo>
                  <a:lnTo>
                    <a:pt x="10670" y="1856"/>
                  </a:lnTo>
                  <a:lnTo>
                    <a:pt x="9751" y="3979"/>
                  </a:lnTo>
                  <a:cubicBezTo>
                    <a:pt x="9742" y="3979"/>
                    <a:pt x="9742" y="3979"/>
                    <a:pt x="9742" y="3979"/>
                  </a:cubicBezTo>
                  <a:lnTo>
                    <a:pt x="9742" y="3979"/>
                  </a:lnTo>
                  <a:cubicBezTo>
                    <a:pt x="9706" y="3979"/>
                    <a:pt x="9679" y="3988"/>
                    <a:pt x="9662" y="4015"/>
                  </a:cubicBezTo>
                  <a:lnTo>
                    <a:pt x="9662" y="4015"/>
                  </a:lnTo>
                  <a:lnTo>
                    <a:pt x="7538" y="3230"/>
                  </a:lnTo>
                  <a:cubicBezTo>
                    <a:pt x="7538" y="3230"/>
                    <a:pt x="7538" y="3230"/>
                    <a:pt x="7538" y="3230"/>
                  </a:cubicBezTo>
                  <a:lnTo>
                    <a:pt x="7538" y="3230"/>
                  </a:lnTo>
                  <a:cubicBezTo>
                    <a:pt x="7538" y="3212"/>
                    <a:pt x="7530" y="3194"/>
                    <a:pt x="7530" y="3185"/>
                  </a:cubicBezTo>
                  <a:lnTo>
                    <a:pt x="7530" y="3185"/>
                  </a:lnTo>
                  <a:lnTo>
                    <a:pt x="8921" y="1704"/>
                  </a:lnTo>
                  <a:cubicBezTo>
                    <a:pt x="8930" y="1713"/>
                    <a:pt x="8948" y="1713"/>
                    <a:pt x="8966" y="1713"/>
                  </a:cubicBezTo>
                  <a:lnTo>
                    <a:pt x="8966" y="1713"/>
                  </a:lnTo>
                  <a:cubicBezTo>
                    <a:pt x="9001" y="1713"/>
                    <a:pt x="9037" y="1687"/>
                    <a:pt x="9055" y="1651"/>
                  </a:cubicBezTo>
                  <a:moveTo>
                    <a:pt x="10759" y="1883"/>
                  </a:moveTo>
                  <a:cubicBezTo>
                    <a:pt x="10759" y="1883"/>
                    <a:pt x="10759" y="1883"/>
                    <a:pt x="10759" y="1883"/>
                  </a:cubicBezTo>
                  <a:lnTo>
                    <a:pt x="10759" y="1883"/>
                  </a:lnTo>
                  <a:cubicBezTo>
                    <a:pt x="10857" y="2133"/>
                    <a:pt x="11098" y="2811"/>
                    <a:pt x="11276" y="3328"/>
                  </a:cubicBezTo>
                  <a:lnTo>
                    <a:pt x="11276" y="3328"/>
                  </a:lnTo>
                  <a:cubicBezTo>
                    <a:pt x="11258" y="3337"/>
                    <a:pt x="11250" y="3364"/>
                    <a:pt x="11241" y="3382"/>
                  </a:cubicBezTo>
                  <a:lnTo>
                    <a:pt x="11241" y="3382"/>
                  </a:lnTo>
                  <a:cubicBezTo>
                    <a:pt x="10928" y="3453"/>
                    <a:pt x="10126" y="3845"/>
                    <a:pt x="9813" y="4006"/>
                  </a:cubicBezTo>
                  <a:lnTo>
                    <a:pt x="9813" y="4006"/>
                  </a:lnTo>
                  <a:cubicBezTo>
                    <a:pt x="9804" y="4006"/>
                    <a:pt x="9804" y="4006"/>
                    <a:pt x="9804" y="4006"/>
                  </a:cubicBezTo>
                  <a:lnTo>
                    <a:pt x="9804" y="4006"/>
                  </a:lnTo>
                  <a:lnTo>
                    <a:pt x="10732" y="1883"/>
                  </a:lnTo>
                  <a:cubicBezTo>
                    <a:pt x="10732" y="1883"/>
                    <a:pt x="10741" y="1883"/>
                    <a:pt x="10741" y="1883"/>
                  </a:cubicBezTo>
                  <a:lnTo>
                    <a:pt x="10741" y="1883"/>
                  </a:lnTo>
                  <a:cubicBezTo>
                    <a:pt x="10750" y="1883"/>
                    <a:pt x="10750" y="1883"/>
                    <a:pt x="10759" y="1883"/>
                  </a:cubicBezTo>
                  <a:close/>
                  <a:moveTo>
                    <a:pt x="4755" y="2070"/>
                  </a:moveTo>
                  <a:lnTo>
                    <a:pt x="5692" y="2177"/>
                  </a:lnTo>
                  <a:cubicBezTo>
                    <a:pt x="5692" y="2195"/>
                    <a:pt x="5701" y="2213"/>
                    <a:pt x="5719" y="2222"/>
                  </a:cubicBezTo>
                  <a:lnTo>
                    <a:pt x="5719" y="2222"/>
                  </a:lnTo>
                  <a:lnTo>
                    <a:pt x="4719" y="4077"/>
                  </a:lnTo>
                  <a:cubicBezTo>
                    <a:pt x="4719" y="4077"/>
                    <a:pt x="4710" y="4077"/>
                    <a:pt x="4710" y="4077"/>
                  </a:cubicBezTo>
                  <a:lnTo>
                    <a:pt x="4710" y="4077"/>
                  </a:lnTo>
                  <a:cubicBezTo>
                    <a:pt x="4693" y="4077"/>
                    <a:pt x="4684" y="4077"/>
                    <a:pt x="4666" y="4086"/>
                  </a:cubicBezTo>
                  <a:lnTo>
                    <a:pt x="4666" y="4086"/>
                  </a:lnTo>
                  <a:lnTo>
                    <a:pt x="3765" y="3043"/>
                  </a:lnTo>
                  <a:cubicBezTo>
                    <a:pt x="3774" y="3025"/>
                    <a:pt x="3774" y="3007"/>
                    <a:pt x="3774" y="2998"/>
                  </a:cubicBezTo>
                  <a:lnTo>
                    <a:pt x="3774" y="2998"/>
                  </a:lnTo>
                  <a:cubicBezTo>
                    <a:pt x="3774" y="2980"/>
                    <a:pt x="3774" y="2962"/>
                    <a:pt x="3765" y="2944"/>
                  </a:cubicBezTo>
                  <a:lnTo>
                    <a:pt x="3765" y="2944"/>
                  </a:lnTo>
                  <a:lnTo>
                    <a:pt x="4621" y="2115"/>
                  </a:lnTo>
                  <a:cubicBezTo>
                    <a:pt x="4630" y="2124"/>
                    <a:pt x="4648" y="2133"/>
                    <a:pt x="4666" y="2133"/>
                  </a:cubicBezTo>
                  <a:lnTo>
                    <a:pt x="4666" y="2133"/>
                  </a:lnTo>
                  <a:cubicBezTo>
                    <a:pt x="4702" y="2133"/>
                    <a:pt x="4737" y="2106"/>
                    <a:pt x="4755" y="2070"/>
                  </a:cubicBezTo>
                  <a:close/>
                  <a:moveTo>
                    <a:pt x="1017" y="4862"/>
                  </a:moveTo>
                  <a:lnTo>
                    <a:pt x="464" y="3069"/>
                  </a:lnTo>
                  <a:cubicBezTo>
                    <a:pt x="473" y="3069"/>
                    <a:pt x="473" y="3060"/>
                    <a:pt x="482" y="3052"/>
                  </a:cubicBezTo>
                  <a:lnTo>
                    <a:pt x="482" y="3052"/>
                  </a:lnTo>
                  <a:lnTo>
                    <a:pt x="3024" y="4238"/>
                  </a:lnTo>
                  <a:cubicBezTo>
                    <a:pt x="3024" y="4247"/>
                    <a:pt x="3015" y="4265"/>
                    <a:pt x="3015" y="4274"/>
                  </a:cubicBezTo>
                  <a:lnTo>
                    <a:pt x="3015" y="4274"/>
                  </a:lnTo>
                  <a:lnTo>
                    <a:pt x="1089" y="4898"/>
                  </a:lnTo>
                  <a:cubicBezTo>
                    <a:pt x="1071" y="4871"/>
                    <a:pt x="1044" y="4862"/>
                    <a:pt x="1017" y="4862"/>
                  </a:cubicBezTo>
                  <a:close/>
                  <a:moveTo>
                    <a:pt x="3720" y="3087"/>
                  </a:moveTo>
                  <a:lnTo>
                    <a:pt x="4621" y="4131"/>
                  </a:lnTo>
                  <a:cubicBezTo>
                    <a:pt x="4612" y="4140"/>
                    <a:pt x="4612" y="4158"/>
                    <a:pt x="4612" y="4176"/>
                  </a:cubicBezTo>
                  <a:lnTo>
                    <a:pt x="4612" y="4176"/>
                  </a:lnTo>
                  <a:cubicBezTo>
                    <a:pt x="4612" y="4211"/>
                    <a:pt x="4630" y="4247"/>
                    <a:pt x="4666" y="4265"/>
                  </a:cubicBezTo>
                  <a:lnTo>
                    <a:pt x="4666" y="4265"/>
                  </a:lnTo>
                  <a:lnTo>
                    <a:pt x="4639" y="4497"/>
                  </a:lnTo>
                  <a:cubicBezTo>
                    <a:pt x="4621" y="4515"/>
                    <a:pt x="4612" y="4541"/>
                    <a:pt x="4612" y="4568"/>
                  </a:cubicBezTo>
                  <a:lnTo>
                    <a:pt x="4612" y="4568"/>
                  </a:lnTo>
                  <a:cubicBezTo>
                    <a:pt x="4612" y="4568"/>
                    <a:pt x="4612" y="4568"/>
                    <a:pt x="4612" y="4568"/>
                  </a:cubicBezTo>
                  <a:lnTo>
                    <a:pt x="4612" y="4568"/>
                  </a:lnTo>
                  <a:lnTo>
                    <a:pt x="2418" y="6156"/>
                  </a:lnTo>
                  <a:lnTo>
                    <a:pt x="3131" y="4390"/>
                  </a:lnTo>
                  <a:cubicBezTo>
                    <a:pt x="3176" y="4381"/>
                    <a:pt x="3212" y="4336"/>
                    <a:pt x="3212" y="4292"/>
                  </a:cubicBezTo>
                  <a:lnTo>
                    <a:pt x="3212" y="4292"/>
                  </a:lnTo>
                  <a:cubicBezTo>
                    <a:pt x="3212" y="4265"/>
                    <a:pt x="3203" y="4247"/>
                    <a:pt x="3194" y="4229"/>
                  </a:cubicBezTo>
                  <a:lnTo>
                    <a:pt x="3194" y="4229"/>
                  </a:lnTo>
                  <a:lnTo>
                    <a:pt x="3667" y="3096"/>
                  </a:lnTo>
                  <a:cubicBezTo>
                    <a:pt x="3667" y="3096"/>
                    <a:pt x="3676" y="3096"/>
                    <a:pt x="3676" y="3096"/>
                  </a:cubicBezTo>
                  <a:lnTo>
                    <a:pt x="3676" y="3096"/>
                  </a:lnTo>
                  <a:cubicBezTo>
                    <a:pt x="3693" y="3096"/>
                    <a:pt x="3711" y="3087"/>
                    <a:pt x="3720" y="3087"/>
                  </a:cubicBezTo>
                  <a:moveTo>
                    <a:pt x="187" y="4889"/>
                  </a:moveTo>
                  <a:cubicBezTo>
                    <a:pt x="179" y="4862"/>
                    <a:pt x="152" y="4836"/>
                    <a:pt x="125" y="4827"/>
                  </a:cubicBezTo>
                  <a:lnTo>
                    <a:pt x="125" y="4827"/>
                  </a:lnTo>
                  <a:lnTo>
                    <a:pt x="411" y="3123"/>
                  </a:lnTo>
                  <a:lnTo>
                    <a:pt x="955" y="4880"/>
                  </a:lnTo>
                  <a:cubicBezTo>
                    <a:pt x="946" y="4889"/>
                    <a:pt x="928" y="4907"/>
                    <a:pt x="919" y="4916"/>
                  </a:cubicBezTo>
                  <a:lnTo>
                    <a:pt x="919" y="4916"/>
                  </a:lnTo>
                  <a:close/>
                  <a:moveTo>
                    <a:pt x="7512" y="3292"/>
                  </a:moveTo>
                  <a:lnTo>
                    <a:pt x="9608" y="4060"/>
                  </a:lnTo>
                  <a:lnTo>
                    <a:pt x="7654" y="4345"/>
                  </a:lnTo>
                  <a:cubicBezTo>
                    <a:pt x="7637" y="4318"/>
                    <a:pt x="7610" y="4300"/>
                    <a:pt x="7574" y="4300"/>
                  </a:cubicBezTo>
                  <a:lnTo>
                    <a:pt x="7574" y="4300"/>
                  </a:lnTo>
                  <a:cubicBezTo>
                    <a:pt x="7530" y="4300"/>
                    <a:pt x="7494" y="4327"/>
                    <a:pt x="7476" y="4363"/>
                  </a:cubicBezTo>
                  <a:lnTo>
                    <a:pt x="7476" y="4363"/>
                  </a:lnTo>
                  <a:lnTo>
                    <a:pt x="4826" y="4532"/>
                  </a:lnTo>
                  <a:lnTo>
                    <a:pt x="7369" y="3292"/>
                  </a:lnTo>
                  <a:cubicBezTo>
                    <a:pt x="7387" y="3310"/>
                    <a:pt x="7414" y="3328"/>
                    <a:pt x="7440" y="3328"/>
                  </a:cubicBezTo>
                  <a:lnTo>
                    <a:pt x="7440" y="3328"/>
                  </a:lnTo>
                  <a:cubicBezTo>
                    <a:pt x="7467" y="3328"/>
                    <a:pt x="7494" y="3310"/>
                    <a:pt x="7512" y="3292"/>
                  </a:cubicBezTo>
                  <a:close/>
                  <a:moveTo>
                    <a:pt x="9822" y="4131"/>
                  </a:moveTo>
                  <a:cubicBezTo>
                    <a:pt x="9831" y="4122"/>
                    <a:pt x="9840" y="4095"/>
                    <a:pt x="9840" y="4077"/>
                  </a:cubicBezTo>
                  <a:lnTo>
                    <a:pt x="9840" y="4077"/>
                  </a:lnTo>
                  <a:cubicBezTo>
                    <a:pt x="9840" y="4069"/>
                    <a:pt x="9840" y="4069"/>
                    <a:pt x="9840" y="4060"/>
                  </a:cubicBezTo>
                  <a:lnTo>
                    <a:pt x="9840" y="4060"/>
                  </a:lnTo>
                  <a:cubicBezTo>
                    <a:pt x="10420" y="3774"/>
                    <a:pt x="11027" y="3498"/>
                    <a:pt x="11250" y="3444"/>
                  </a:cubicBezTo>
                  <a:lnTo>
                    <a:pt x="11250" y="3444"/>
                  </a:lnTo>
                  <a:cubicBezTo>
                    <a:pt x="11250" y="3453"/>
                    <a:pt x="11258" y="3462"/>
                    <a:pt x="11267" y="3471"/>
                  </a:cubicBezTo>
                  <a:lnTo>
                    <a:pt x="11267" y="3471"/>
                  </a:lnTo>
                  <a:lnTo>
                    <a:pt x="10500" y="5032"/>
                  </a:lnTo>
                  <a:cubicBezTo>
                    <a:pt x="10491" y="5032"/>
                    <a:pt x="10491" y="5032"/>
                    <a:pt x="10482" y="5032"/>
                  </a:cubicBezTo>
                  <a:lnTo>
                    <a:pt x="10482" y="5032"/>
                  </a:lnTo>
                  <a:cubicBezTo>
                    <a:pt x="10473" y="5032"/>
                    <a:pt x="10465" y="5032"/>
                    <a:pt x="10456" y="5032"/>
                  </a:cubicBezTo>
                  <a:lnTo>
                    <a:pt x="10456" y="5032"/>
                  </a:lnTo>
                  <a:close/>
                  <a:moveTo>
                    <a:pt x="7672" y="4408"/>
                  </a:moveTo>
                  <a:lnTo>
                    <a:pt x="9260" y="4176"/>
                  </a:lnTo>
                  <a:lnTo>
                    <a:pt x="9564" y="4131"/>
                  </a:lnTo>
                  <a:lnTo>
                    <a:pt x="6843" y="5567"/>
                  </a:lnTo>
                  <a:lnTo>
                    <a:pt x="7530" y="4488"/>
                  </a:lnTo>
                  <a:cubicBezTo>
                    <a:pt x="7547" y="4488"/>
                    <a:pt x="7556" y="4497"/>
                    <a:pt x="7574" y="4497"/>
                  </a:cubicBezTo>
                  <a:lnTo>
                    <a:pt x="7574" y="4497"/>
                  </a:lnTo>
                  <a:cubicBezTo>
                    <a:pt x="7619" y="4497"/>
                    <a:pt x="7663" y="4452"/>
                    <a:pt x="7672" y="4408"/>
                  </a:cubicBezTo>
                  <a:moveTo>
                    <a:pt x="6860" y="5674"/>
                  </a:moveTo>
                  <a:cubicBezTo>
                    <a:pt x="6860" y="5674"/>
                    <a:pt x="6860" y="5665"/>
                    <a:pt x="6860" y="5656"/>
                  </a:cubicBezTo>
                  <a:lnTo>
                    <a:pt x="6860" y="5656"/>
                  </a:lnTo>
                  <a:cubicBezTo>
                    <a:pt x="6860" y="5648"/>
                    <a:pt x="6860" y="5639"/>
                    <a:pt x="6860" y="5630"/>
                  </a:cubicBezTo>
                  <a:lnTo>
                    <a:pt x="6860" y="5630"/>
                  </a:lnTo>
                  <a:lnTo>
                    <a:pt x="9671" y="4149"/>
                  </a:lnTo>
                  <a:cubicBezTo>
                    <a:pt x="9671" y="4149"/>
                    <a:pt x="9679" y="4149"/>
                    <a:pt x="9679" y="4149"/>
                  </a:cubicBezTo>
                  <a:lnTo>
                    <a:pt x="9679" y="4149"/>
                  </a:lnTo>
                  <a:lnTo>
                    <a:pt x="8689" y="6682"/>
                  </a:lnTo>
                  <a:cubicBezTo>
                    <a:pt x="8689" y="6682"/>
                    <a:pt x="8689" y="6682"/>
                    <a:pt x="8689" y="6682"/>
                  </a:cubicBezTo>
                  <a:lnTo>
                    <a:pt x="8689" y="6682"/>
                  </a:lnTo>
                  <a:cubicBezTo>
                    <a:pt x="8662" y="6682"/>
                    <a:pt x="8645" y="6691"/>
                    <a:pt x="8627" y="6700"/>
                  </a:cubicBezTo>
                  <a:lnTo>
                    <a:pt x="8627" y="6700"/>
                  </a:lnTo>
                  <a:close/>
                  <a:moveTo>
                    <a:pt x="9769" y="4167"/>
                  </a:moveTo>
                  <a:lnTo>
                    <a:pt x="10402" y="5068"/>
                  </a:lnTo>
                  <a:cubicBezTo>
                    <a:pt x="10393" y="5086"/>
                    <a:pt x="10384" y="5103"/>
                    <a:pt x="10384" y="5130"/>
                  </a:cubicBezTo>
                  <a:lnTo>
                    <a:pt x="10384" y="5130"/>
                  </a:lnTo>
                  <a:cubicBezTo>
                    <a:pt x="10384" y="5139"/>
                    <a:pt x="10384" y="5157"/>
                    <a:pt x="10393" y="5166"/>
                  </a:cubicBezTo>
                  <a:lnTo>
                    <a:pt x="10393" y="5166"/>
                  </a:lnTo>
                  <a:lnTo>
                    <a:pt x="8770" y="6665"/>
                  </a:lnTo>
                  <a:lnTo>
                    <a:pt x="9733" y="4176"/>
                  </a:lnTo>
                  <a:cubicBezTo>
                    <a:pt x="9733" y="4176"/>
                    <a:pt x="9742" y="4176"/>
                    <a:pt x="9742" y="4176"/>
                  </a:cubicBezTo>
                  <a:lnTo>
                    <a:pt x="9742" y="4176"/>
                  </a:lnTo>
                  <a:cubicBezTo>
                    <a:pt x="9751" y="4176"/>
                    <a:pt x="9760" y="4176"/>
                    <a:pt x="9769" y="4167"/>
                  </a:cubicBezTo>
                  <a:moveTo>
                    <a:pt x="812" y="6343"/>
                  </a:moveTo>
                  <a:cubicBezTo>
                    <a:pt x="821" y="6334"/>
                    <a:pt x="821" y="6317"/>
                    <a:pt x="821" y="6308"/>
                  </a:cubicBezTo>
                  <a:lnTo>
                    <a:pt x="821" y="6308"/>
                  </a:lnTo>
                  <a:cubicBezTo>
                    <a:pt x="821" y="6272"/>
                    <a:pt x="812" y="6254"/>
                    <a:pt x="794" y="6236"/>
                  </a:cubicBezTo>
                  <a:lnTo>
                    <a:pt x="794" y="6236"/>
                  </a:lnTo>
                  <a:lnTo>
                    <a:pt x="1026" y="5059"/>
                  </a:lnTo>
                  <a:cubicBezTo>
                    <a:pt x="1071" y="5050"/>
                    <a:pt x="1115" y="5014"/>
                    <a:pt x="1115" y="4961"/>
                  </a:cubicBezTo>
                  <a:lnTo>
                    <a:pt x="1115" y="4961"/>
                  </a:lnTo>
                  <a:cubicBezTo>
                    <a:pt x="1115" y="4961"/>
                    <a:pt x="1115" y="4961"/>
                    <a:pt x="1115" y="4952"/>
                  </a:cubicBezTo>
                  <a:lnTo>
                    <a:pt x="1115" y="4952"/>
                  </a:lnTo>
                  <a:lnTo>
                    <a:pt x="3024" y="4336"/>
                  </a:lnTo>
                  <a:cubicBezTo>
                    <a:pt x="3033" y="4354"/>
                    <a:pt x="3051" y="4363"/>
                    <a:pt x="3069" y="4372"/>
                  </a:cubicBezTo>
                  <a:lnTo>
                    <a:pt x="3069" y="4372"/>
                  </a:lnTo>
                  <a:lnTo>
                    <a:pt x="2355" y="6138"/>
                  </a:lnTo>
                  <a:cubicBezTo>
                    <a:pt x="2346" y="6138"/>
                    <a:pt x="2346" y="6138"/>
                    <a:pt x="2346" y="6138"/>
                  </a:cubicBezTo>
                  <a:lnTo>
                    <a:pt x="2346" y="6138"/>
                  </a:lnTo>
                  <a:cubicBezTo>
                    <a:pt x="2293" y="6138"/>
                    <a:pt x="2248" y="6183"/>
                    <a:pt x="2248" y="6236"/>
                  </a:cubicBezTo>
                  <a:lnTo>
                    <a:pt x="2248" y="6236"/>
                  </a:lnTo>
                  <a:cubicBezTo>
                    <a:pt x="2248" y="6281"/>
                    <a:pt x="2275" y="6326"/>
                    <a:pt x="2320" y="6334"/>
                  </a:cubicBezTo>
                  <a:lnTo>
                    <a:pt x="2320" y="6334"/>
                  </a:lnTo>
                  <a:lnTo>
                    <a:pt x="2453" y="7423"/>
                  </a:lnTo>
                  <a:cubicBezTo>
                    <a:pt x="2453" y="7423"/>
                    <a:pt x="2453" y="7423"/>
                    <a:pt x="2453" y="7423"/>
                  </a:cubicBezTo>
                  <a:lnTo>
                    <a:pt x="2453" y="7423"/>
                  </a:lnTo>
                  <a:cubicBezTo>
                    <a:pt x="2195" y="7209"/>
                    <a:pt x="1374" y="6691"/>
                    <a:pt x="812" y="6343"/>
                  </a:cubicBezTo>
                  <a:moveTo>
                    <a:pt x="4800" y="4604"/>
                  </a:moveTo>
                  <a:cubicBezTo>
                    <a:pt x="4800" y="4604"/>
                    <a:pt x="4800" y="4595"/>
                    <a:pt x="4800" y="4595"/>
                  </a:cubicBezTo>
                  <a:lnTo>
                    <a:pt x="4800" y="4595"/>
                  </a:lnTo>
                  <a:lnTo>
                    <a:pt x="7476" y="4425"/>
                  </a:lnTo>
                  <a:cubicBezTo>
                    <a:pt x="7476" y="4434"/>
                    <a:pt x="7485" y="4443"/>
                    <a:pt x="7485" y="4443"/>
                  </a:cubicBezTo>
                  <a:lnTo>
                    <a:pt x="7485" y="4443"/>
                  </a:lnTo>
                  <a:lnTo>
                    <a:pt x="6771" y="5558"/>
                  </a:lnTo>
                  <a:cubicBezTo>
                    <a:pt x="6771" y="5558"/>
                    <a:pt x="6762" y="5558"/>
                    <a:pt x="6762" y="5558"/>
                  </a:cubicBezTo>
                  <a:lnTo>
                    <a:pt x="6762" y="5558"/>
                  </a:lnTo>
                  <a:cubicBezTo>
                    <a:pt x="6736" y="5558"/>
                    <a:pt x="6709" y="5567"/>
                    <a:pt x="6691" y="5585"/>
                  </a:cubicBezTo>
                  <a:lnTo>
                    <a:pt x="6691" y="5585"/>
                  </a:lnTo>
                  <a:close/>
                  <a:moveTo>
                    <a:pt x="2445" y="6236"/>
                  </a:moveTo>
                  <a:cubicBezTo>
                    <a:pt x="2445" y="6236"/>
                    <a:pt x="2445" y="6236"/>
                    <a:pt x="2445" y="6236"/>
                  </a:cubicBezTo>
                  <a:lnTo>
                    <a:pt x="2445" y="6236"/>
                  </a:lnTo>
                  <a:cubicBezTo>
                    <a:pt x="2445" y="6227"/>
                    <a:pt x="2445" y="6227"/>
                    <a:pt x="2445" y="6218"/>
                  </a:cubicBezTo>
                  <a:lnTo>
                    <a:pt x="2445" y="6218"/>
                  </a:lnTo>
                  <a:lnTo>
                    <a:pt x="4630" y="4631"/>
                  </a:lnTo>
                  <a:cubicBezTo>
                    <a:pt x="4648" y="4648"/>
                    <a:pt x="4666" y="4657"/>
                    <a:pt x="4693" y="4666"/>
                  </a:cubicBezTo>
                  <a:lnTo>
                    <a:pt x="4693" y="4666"/>
                  </a:lnTo>
                  <a:lnTo>
                    <a:pt x="6343" y="7048"/>
                  </a:lnTo>
                  <a:cubicBezTo>
                    <a:pt x="6343" y="7048"/>
                    <a:pt x="6343" y="7057"/>
                    <a:pt x="6334" y="7057"/>
                  </a:cubicBezTo>
                  <a:lnTo>
                    <a:pt x="6334" y="7057"/>
                  </a:lnTo>
                  <a:close/>
                  <a:moveTo>
                    <a:pt x="4764" y="4657"/>
                  </a:moveTo>
                  <a:lnTo>
                    <a:pt x="6664" y="5639"/>
                  </a:lnTo>
                  <a:cubicBezTo>
                    <a:pt x="6664" y="5648"/>
                    <a:pt x="6664" y="5656"/>
                    <a:pt x="6664" y="5656"/>
                  </a:cubicBezTo>
                  <a:lnTo>
                    <a:pt x="6664" y="5656"/>
                  </a:lnTo>
                  <a:cubicBezTo>
                    <a:pt x="6664" y="5692"/>
                    <a:pt x="6682" y="5719"/>
                    <a:pt x="6700" y="5737"/>
                  </a:cubicBezTo>
                  <a:lnTo>
                    <a:pt x="6700" y="5737"/>
                  </a:lnTo>
                  <a:lnTo>
                    <a:pt x="6397" y="7012"/>
                  </a:lnTo>
                  <a:cubicBezTo>
                    <a:pt x="6397" y="7012"/>
                    <a:pt x="6397" y="7012"/>
                    <a:pt x="6397" y="7012"/>
                  </a:cubicBezTo>
                  <a:lnTo>
                    <a:pt x="6397" y="7012"/>
                  </a:lnTo>
                  <a:close/>
                  <a:moveTo>
                    <a:pt x="152" y="5005"/>
                  </a:moveTo>
                  <a:cubicBezTo>
                    <a:pt x="170" y="4987"/>
                    <a:pt x="179" y="4970"/>
                    <a:pt x="187" y="4952"/>
                  </a:cubicBezTo>
                  <a:lnTo>
                    <a:pt x="187" y="4952"/>
                  </a:lnTo>
                  <a:lnTo>
                    <a:pt x="919" y="4978"/>
                  </a:lnTo>
                  <a:cubicBezTo>
                    <a:pt x="919" y="5005"/>
                    <a:pt x="937" y="5032"/>
                    <a:pt x="964" y="5041"/>
                  </a:cubicBezTo>
                  <a:lnTo>
                    <a:pt x="964" y="5041"/>
                  </a:lnTo>
                  <a:lnTo>
                    <a:pt x="732" y="6210"/>
                  </a:lnTo>
                  <a:cubicBezTo>
                    <a:pt x="732" y="6210"/>
                    <a:pt x="723" y="6201"/>
                    <a:pt x="723" y="6201"/>
                  </a:cubicBezTo>
                  <a:lnTo>
                    <a:pt x="723" y="6201"/>
                  </a:lnTo>
                  <a:cubicBezTo>
                    <a:pt x="723" y="6201"/>
                    <a:pt x="714" y="6201"/>
                    <a:pt x="714" y="6210"/>
                  </a:cubicBezTo>
                  <a:lnTo>
                    <a:pt x="714" y="6210"/>
                  </a:lnTo>
                  <a:close/>
                  <a:moveTo>
                    <a:pt x="6825" y="5728"/>
                  </a:moveTo>
                  <a:lnTo>
                    <a:pt x="8591" y="6763"/>
                  </a:lnTo>
                  <a:cubicBezTo>
                    <a:pt x="8591" y="6763"/>
                    <a:pt x="8591" y="6772"/>
                    <a:pt x="8591" y="6780"/>
                  </a:cubicBezTo>
                  <a:lnTo>
                    <a:pt x="8591" y="6780"/>
                  </a:lnTo>
                  <a:cubicBezTo>
                    <a:pt x="8591" y="6789"/>
                    <a:pt x="8591" y="6798"/>
                    <a:pt x="8591" y="6807"/>
                  </a:cubicBezTo>
                  <a:lnTo>
                    <a:pt x="8591" y="6807"/>
                  </a:lnTo>
                  <a:lnTo>
                    <a:pt x="6075" y="8707"/>
                  </a:lnTo>
                  <a:cubicBezTo>
                    <a:pt x="6075" y="8707"/>
                    <a:pt x="6066" y="8707"/>
                    <a:pt x="6066" y="8707"/>
                  </a:cubicBezTo>
                  <a:lnTo>
                    <a:pt x="6066" y="8707"/>
                  </a:lnTo>
                  <a:lnTo>
                    <a:pt x="6423" y="7209"/>
                  </a:lnTo>
                  <a:cubicBezTo>
                    <a:pt x="6423" y="7209"/>
                    <a:pt x="6423" y="7209"/>
                    <a:pt x="6423" y="7209"/>
                  </a:cubicBezTo>
                  <a:lnTo>
                    <a:pt x="6423" y="7209"/>
                  </a:lnTo>
                  <a:cubicBezTo>
                    <a:pt x="6477" y="7209"/>
                    <a:pt x="6521" y="7164"/>
                    <a:pt x="6521" y="7111"/>
                  </a:cubicBezTo>
                  <a:lnTo>
                    <a:pt x="6521" y="7111"/>
                  </a:lnTo>
                  <a:cubicBezTo>
                    <a:pt x="6521" y="7075"/>
                    <a:pt x="6504" y="7039"/>
                    <a:pt x="6477" y="7021"/>
                  </a:cubicBezTo>
                  <a:lnTo>
                    <a:pt x="6477" y="7021"/>
                  </a:lnTo>
                  <a:lnTo>
                    <a:pt x="6762" y="5755"/>
                  </a:lnTo>
                  <a:cubicBezTo>
                    <a:pt x="6762" y="5755"/>
                    <a:pt x="6762" y="5755"/>
                    <a:pt x="6762" y="5755"/>
                  </a:cubicBezTo>
                  <a:lnTo>
                    <a:pt x="6762" y="5755"/>
                  </a:lnTo>
                  <a:cubicBezTo>
                    <a:pt x="6789" y="5755"/>
                    <a:pt x="6807" y="5746"/>
                    <a:pt x="6825" y="5728"/>
                  </a:cubicBezTo>
                  <a:moveTo>
                    <a:pt x="2596" y="7512"/>
                  </a:moveTo>
                  <a:cubicBezTo>
                    <a:pt x="2596" y="7512"/>
                    <a:pt x="2596" y="7512"/>
                    <a:pt x="2596" y="7512"/>
                  </a:cubicBezTo>
                  <a:lnTo>
                    <a:pt x="2596" y="7512"/>
                  </a:lnTo>
                  <a:cubicBezTo>
                    <a:pt x="2596" y="7458"/>
                    <a:pt x="2560" y="7423"/>
                    <a:pt x="2516" y="7414"/>
                  </a:cubicBezTo>
                  <a:lnTo>
                    <a:pt x="2516" y="7414"/>
                  </a:lnTo>
                  <a:lnTo>
                    <a:pt x="2382" y="6326"/>
                  </a:lnTo>
                  <a:cubicBezTo>
                    <a:pt x="2400" y="6317"/>
                    <a:pt x="2409" y="6308"/>
                    <a:pt x="2418" y="6299"/>
                  </a:cubicBezTo>
                  <a:lnTo>
                    <a:pt x="2418" y="6299"/>
                  </a:lnTo>
                  <a:lnTo>
                    <a:pt x="6316" y="7119"/>
                  </a:lnTo>
                  <a:lnTo>
                    <a:pt x="4113" y="8003"/>
                  </a:lnTo>
                  <a:cubicBezTo>
                    <a:pt x="4095" y="7976"/>
                    <a:pt x="4068" y="7967"/>
                    <a:pt x="4032" y="7967"/>
                  </a:cubicBezTo>
                  <a:lnTo>
                    <a:pt x="4032" y="7967"/>
                  </a:lnTo>
                  <a:cubicBezTo>
                    <a:pt x="4006" y="7967"/>
                    <a:pt x="3979" y="7976"/>
                    <a:pt x="3961" y="8003"/>
                  </a:cubicBezTo>
                  <a:lnTo>
                    <a:pt x="3961" y="8003"/>
                  </a:lnTo>
                  <a:close/>
                  <a:moveTo>
                    <a:pt x="4131" y="8074"/>
                  </a:moveTo>
                  <a:cubicBezTo>
                    <a:pt x="4131" y="8065"/>
                    <a:pt x="4131" y="8065"/>
                    <a:pt x="4131" y="8065"/>
                  </a:cubicBezTo>
                  <a:lnTo>
                    <a:pt x="4131" y="8065"/>
                  </a:lnTo>
                  <a:cubicBezTo>
                    <a:pt x="4131" y="8065"/>
                    <a:pt x="4131" y="8056"/>
                    <a:pt x="4131" y="8056"/>
                  </a:cubicBezTo>
                  <a:lnTo>
                    <a:pt x="4131" y="8056"/>
                  </a:lnTo>
                  <a:lnTo>
                    <a:pt x="6343" y="7173"/>
                  </a:lnTo>
                  <a:cubicBezTo>
                    <a:pt x="6352" y="7173"/>
                    <a:pt x="6352" y="7182"/>
                    <a:pt x="6361" y="7182"/>
                  </a:cubicBezTo>
                  <a:lnTo>
                    <a:pt x="6361" y="7182"/>
                  </a:lnTo>
                  <a:lnTo>
                    <a:pt x="6004" y="8690"/>
                  </a:lnTo>
                  <a:cubicBezTo>
                    <a:pt x="5977" y="8699"/>
                    <a:pt x="5959" y="8707"/>
                    <a:pt x="5942" y="8725"/>
                  </a:cubicBezTo>
                  <a:lnTo>
                    <a:pt x="5942" y="872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915;p48">
            <a:extLst>
              <a:ext uri="{FF2B5EF4-FFF2-40B4-BE49-F238E27FC236}">
                <a16:creationId xmlns:a16="http://schemas.microsoft.com/office/drawing/2014/main" id="{598A900F-AC49-647D-32A4-ECA18D9C87D8}"/>
              </a:ext>
            </a:extLst>
          </p:cNvPr>
          <p:cNvSpPr/>
          <p:nvPr/>
        </p:nvSpPr>
        <p:spPr>
          <a:xfrm>
            <a:off x="2644464" y="4491714"/>
            <a:ext cx="572459" cy="557627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918;p48">
            <a:extLst>
              <a:ext uri="{FF2B5EF4-FFF2-40B4-BE49-F238E27FC236}">
                <a16:creationId xmlns:a16="http://schemas.microsoft.com/office/drawing/2014/main" id="{306CC4CD-A667-4B1A-EA98-1DEEEFFA524C}"/>
              </a:ext>
            </a:extLst>
          </p:cNvPr>
          <p:cNvSpPr/>
          <p:nvPr/>
        </p:nvSpPr>
        <p:spPr>
          <a:xfrm>
            <a:off x="78476" y="2363321"/>
            <a:ext cx="3175129" cy="3092904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B47FFF">
                  <a:alpha val="50196"/>
                </a:srgbClr>
              </a:gs>
              <a:gs pos="6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929;p48">
            <a:extLst>
              <a:ext uri="{FF2B5EF4-FFF2-40B4-BE49-F238E27FC236}">
                <a16:creationId xmlns:a16="http://schemas.microsoft.com/office/drawing/2014/main" id="{AE3ED636-6133-B76B-6685-2F35B67758E9}"/>
              </a:ext>
            </a:extLst>
          </p:cNvPr>
          <p:cNvSpPr/>
          <p:nvPr/>
        </p:nvSpPr>
        <p:spPr>
          <a:xfrm>
            <a:off x="2681146" y="2583000"/>
            <a:ext cx="572459" cy="557627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930;p48">
            <a:extLst>
              <a:ext uri="{FF2B5EF4-FFF2-40B4-BE49-F238E27FC236}">
                <a16:creationId xmlns:a16="http://schemas.microsoft.com/office/drawing/2014/main" id="{5B4405A2-4CE5-67D7-0807-5A72D31F5729}"/>
              </a:ext>
            </a:extLst>
          </p:cNvPr>
          <p:cNvSpPr/>
          <p:nvPr/>
        </p:nvSpPr>
        <p:spPr>
          <a:xfrm>
            <a:off x="403928" y="4267132"/>
            <a:ext cx="572459" cy="557627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931;p48">
            <a:extLst>
              <a:ext uri="{FF2B5EF4-FFF2-40B4-BE49-F238E27FC236}">
                <a16:creationId xmlns:a16="http://schemas.microsoft.com/office/drawing/2014/main" id="{0DB68487-832B-66E0-ED94-8538E2FCB6B0}"/>
              </a:ext>
            </a:extLst>
          </p:cNvPr>
          <p:cNvSpPr/>
          <p:nvPr/>
        </p:nvSpPr>
        <p:spPr>
          <a:xfrm>
            <a:off x="2404761" y="4215440"/>
            <a:ext cx="283628" cy="276274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933;p48">
            <a:extLst>
              <a:ext uri="{FF2B5EF4-FFF2-40B4-BE49-F238E27FC236}">
                <a16:creationId xmlns:a16="http://schemas.microsoft.com/office/drawing/2014/main" id="{561087E4-BEE3-200C-F496-34BFD7990000}"/>
              </a:ext>
            </a:extLst>
          </p:cNvPr>
          <p:cNvSpPr/>
          <p:nvPr/>
        </p:nvSpPr>
        <p:spPr>
          <a:xfrm>
            <a:off x="409541" y="2794469"/>
            <a:ext cx="206725" cy="201367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273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/>
          <p:nvPr/>
        </p:nvSpPr>
        <p:spPr>
          <a:xfrm>
            <a:off x="4939650" y="1111950"/>
            <a:ext cx="2077800" cy="20778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3"/>
          <p:cNvSpPr txBox="1">
            <a:spLocks noGrp="1"/>
          </p:cNvSpPr>
          <p:nvPr>
            <p:ph type="title"/>
          </p:nvPr>
        </p:nvSpPr>
        <p:spPr>
          <a:xfrm>
            <a:off x="3526050" y="3454698"/>
            <a:ext cx="490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Выполнение работы</a:t>
            </a:r>
            <a:endParaRPr dirty="0"/>
          </a:p>
        </p:txBody>
      </p:sp>
      <p:sp>
        <p:nvSpPr>
          <p:cNvPr id="421" name="Google Shape;421;p33"/>
          <p:cNvSpPr txBox="1">
            <a:spLocks noGrp="1"/>
          </p:cNvSpPr>
          <p:nvPr>
            <p:ph type="title" idx="2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" name="Google Shape;575;p38">
            <a:extLst>
              <a:ext uri="{FF2B5EF4-FFF2-40B4-BE49-F238E27FC236}">
                <a16:creationId xmlns:a16="http://schemas.microsoft.com/office/drawing/2014/main" id="{D1054F26-7936-1600-84EB-385A29982ACA}"/>
              </a:ext>
            </a:extLst>
          </p:cNvPr>
          <p:cNvGrpSpPr/>
          <p:nvPr/>
        </p:nvGrpSpPr>
        <p:grpSpPr>
          <a:xfrm>
            <a:off x="0" y="489822"/>
            <a:ext cx="4008642" cy="2699928"/>
            <a:chOff x="-1010224" y="697417"/>
            <a:chExt cx="4008642" cy="2699928"/>
          </a:xfrm>
        </p:grpSpPr>
        <p:sp>
          <p:nvSpPr>
            <p:cNvPr id="3" name="Google Shape;576;p38">
              <a:extLst>
                <a:ext uri="{FF2B5EF4-FFF2-40B4-BE49-F238E27FC236}">
                  <a16:creationId xmlns:a16="http://schemas.microsoft.com/office/drawing/2014/main" id="{2A48E2C8-77CF-BA33-D251-C1B879851640}"/>
                </a:ext>
              </a:extLst>
            </p:cNvPr>
            <p:cNvSpPr/>
            <p:nvPr/>
          </p:nvSpPr>
          <p:spPr>
            <a:xfrm rot="1251533">
              <a:off x="639026" y="1037750"/>
              <a:ext cx="2060084" cy="2060349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B47F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77;p38">
              <a:extLst>
                <a:ext uri="{FF2B5EF4-FFF2-40B4-BE49-F238E27FC236}">
                  <a16:creationId xmlns:a16="http://schemas.microsoft.com/office/drawing/2014/main" id="{9A3C0251-9412-FD5E-DCEF-9ADAA5B1CDCA}"/>
                </a:ext>
              </a:extLst>
            </p:cNvPr>
            <p:cNvSpPr/>
            <p:nvPr/>
          </p:nvSpPr>
          <p:spPr>
            <a:xfrm rot="1251537">
              <a:off x="-920877" y="1470810"/>
              <a:ext cx="2521193" cy="965917"/>
            </a:xfrm>
            <a:custGeom>
              <a:avLst/>
              <a:gdLst/>
              <a:ahLst/>
              <a:cxnLst/>
              <a:rect l="l" t="t" r="r" b="b"/>
              <a:pathLst>
                <a:path w="19075" h="7308" extrusionOk="0">
                  <a:moveTo>
                    <a:pt x="9841" y="1"/>
                  </a:moveTo>
                  <a:cubicBezTo>
                    <a:pt x="9198" y="90"/>
                    <a:pt x="4113" y="2570"/>
                    <a:pt x="4113" y="2570"/>
                  </a:cubicBezTo>
                  <a:lnTo>
                    <a:pt x="4113" y="2570"/>
                  </a:lnTo>
                  <a:cubicBezTo>
                    <a:pt x="2909" y="2971"/>
                    <a:pt x="2775" y="2873"/>
                    <a:pt x="1473" y="3150"/>
                  </a:cubicBezTo>
                  <a:lnTo>
                    <a:pt x="1473" y="3150"/>
                  </a:lnTo>
                  <a:cubicBezTo>
                    <a:pt x="1" y="3471"/>
                    <a:pt x="1901" y="7031"/>
                    <a:pt x="1901" y="7031"/>
                  </a:cubicBezTo>
                  <a:lnTo>
                    <a:pt x="1901" y="7031"/>
                  </a:lnTo>
                  <a:cubicBezTo>
                    <a:pt x="3489" y="6014"/>
                    <a:pt x="4738" y="6317"/>
                    <a:pt x="4738" y="6317"/>
                  </a:cubicBezTo>
                  <a:lnTo>
                    <a:pt x="4738" y="6317"/>
                  </a:lnTo>
                  <a:cubicBezTo>
                    <a:pt x="7503" y="7307"/>
                    <a:pt x="9573" y="6460"/>
                    <a:pt x="9573" y="6460"/>
                  </a:cubicBezTo>
                  <a:lnTo>
                    <a:pt x="9573" y="6460"/>
                  </a:lnTo>
                  <a:cubicBezTo>
                    <a:pt x="9573" y="6460"/>
                    <a:pt x="11268" y="6326"/>
                    <a:pt x="11928" y="6254"/>
                  </a:cubicBezTo>
                  <a:lnTo>
                    <a:pt x="11928" y="6254"/>
                  </a:lnTo>
                  <a:cubicBezTo>
                    <a:pt x="12151" y="6237"/>
                    <a:pt x="12455" y="6263"/>
                    <a:pt x="12811" y="6299"/>
                  </a:cubicBezTo>
                  <a:lnTo>
                    <a:pt x="12811" y="6299"/>
                  </a:lnTo>
                  <a:cubicBezTo>
                    <a:pt x="13498" y="6353"/>
                    <a:pt x="14346" y="6415"/>
                    <a:pt x="15069" y="6085"/>
                  </a:cubicBezTo>
                  <a:lnTo>
                    <a:pt x="15069" y="6085"/>
                  </a:lnTo>
                  <a:cubicBezTo>
                    <a:pt x="15077" y="6076"/>
                    <a:pt x="15077" y="6076"/>
                    <a:pt x="15086" y="6076"/>
                  </a:cubicBezTo>
                  <a:lnTo>
                    <a:pt x="15086" y="6076"/>
                  </a:lnTo>
                  <a:cubicBezTo>
                    <a:pt x="15122" y="6058"/>
                    <a:pt x="15158" y="6040"/>
                    <a:pt x="15184" y="6014"/>
                  </a:cubicBezTo>
                  <a:lnTo>
                    <a:pt x="15184" y="6014"/>
                  </a:lnTo>
                  <a:cubicBezTo>
                    <a:pt x="15577" y="5960"/>
                    <a:pt x="15568" y="5532"/>
                    <a:pt x="15497" y="5291"/>
                  </a:cubicBezTo>
                  <a:lnTo>
                    <a:pt x="15497" y="5291"/>
                  </a:lnTo>
                  <a:cubicBezTo>
                    <a:pt x="15461" y="5166"/>
                    <a:pt x="15283" y="5050"/>
                    <a:pt x="15158" y="4988"/>
                  </a:cubicBezTo>
                  <a:lnTo>
                    <a:pt x="15158" y="4988"/>
                  </a:lnTo>
                  <a:cubicBezTo>
                    <a:pt x="15149" y="4988"/>
                    <a:pt x="15149" y="4988"/>
                    <a:pt x="15149" y="4988"/>
                  </a:cubicBezTo>
                  <a:lnTo>
                    <a:pt x="15149" y="4988"/>
                  </a:lnTo>
                  <a:cubicBezTo>
                    <a:pt x="14783" y="4604"/>
                    <a:pt x="13650" y="4524"/>
                    <a:pt x="13088" y="4506"/>
                  </a:cubicBezTo>
                  <a:lnTo>
                    <a:pt x="13088" y="4506"/>
                  </a:lnTo>
                  <a:cubicBezTo>
                    <a:pt x="12901" y="4506"/>
                    <a:pt x="12776" y="4506"/>
                    <a:pt x="12776" y="4506"/>
                  </a:cubicBezTo>
                  <a:lnTo>
                    <a:pt x="12776" y="4506"/>
                  </a:lnTo>
                  <a:cubicBezTo>
                    <a:pt x="10153" y="4658"/>
                    <a:pt x="10215" y="4417"/>
                    <a:pt x="10215" y="4417"/>
                  </a:cubicBezTo>
                  <a:lnTo>
                    <a:pt x="10215" y="4417"/>
                  </a:lnTo>
                  <a:cubicBezTo>
                    <a:pt x="10421" y="4176"/>
                    <a:pt x="10153" y="3641"/>
                    <a:pt x="10153" y="3641"/>
                  </a:cubicBezTo>
                  <a:lnTo>
                    <a:pt x="10153" y="3641"/>
                  </a:lnTo>
                  <a:cubicBezTo>
                    <a:pt x="10189" y="3623"/>
                    <a:pt x="10251" y="3560"/>
                    <a:pt x="10251" y="3560"/>
                  </a:cubicBezTo>
                  <a:lnTo>
                    <a:pt x="10251" y="3560"/>
                  </a:lnTo>
                  <a:cubicBezTo>
                    <a:pt x="10572" y="3712"/>
                    <a:pt x="10831" y="3596"/>
                    <a:pt x="11001" y="3462"/>
                  </a:cubicBezTo>
                  <a:lnTo>
                    <a:pt x="11001" y="3462"/>
                  </a:lnTo>
                  <a:cubicBezTo>
                    <a:pt x="11152" y="3328"/>
                    <a:pt x="11232" y="3177"/>
                    <a:pt x="11232" y="3177"/>
                  </a:cubicBezTo>
                  <a:lnTo>
                    <a:pt x="11232" y="3177"/>
                  </a:lnTo>
                  <a:cubicBezTo>
                    <a:pt x="11830" y="3284"/>
                    <a:pt x="12580" y="1954"/>
                    <a:pt x="12580" y="1954"/>
                  </a:cubicBezTo>
                  <a:lnTo>
                    <a:pt x="12580" y="1954"/>
                  </a:lnTo>
                  <a:cubicBezTo>
                    <a:pt x="13525" y="2008"/>
                    <a:pt x="14382" y="1491"/>
                    <a:pt x="14382" y="1491"/>
                  </a:cubicBezTo>
                  <a:lnTo>
                    <a:pt x="14382" y="1491"/>
                  </a:lnTo>
                  <a:cubicBezTo>
                    <a:pt x="14542" y="1660"/>
                    <a:pt x="14926" y="1696"/>
                    <a:pt x="15149" y="1687"/>
                  </a:cubicBezTo>
                  <a:lnTo>
                    <a:pt x="15149" y="1687"/>
                  </a:lnTo>
                  <a:cubicBezTo>
                    <a:pt x="15247" y="1696"/>
                    <a:pt x="15318" y="1687"/>
                    <a:pt x="15318" y="1687"/>
                  </a:cubicBezTo>
                  <a:lnTo>
                    <a:pt x="15318" y="1687"/>
                  </a:lnTo>
                  <a:cubicBezTo>
                    <a:pt x="15318" y="1687"/>
                    <a:pt x="17495" y="1901"/>
                    <a:pt x="17968" y="1910"/>
                  </a:cubicBezTo>
                  <a:lnTo>
                    <a:pt x="17968" y="1910"/>
                  </a:lnTo>
                  <a:cubicBezTo>
                    <a:pt x="18780" y="1919"/>
                    <a:pt x="19074" y="1152"/>
                    <a:pt x="19074" y="1152"/>
                  </a:cubicBezTo>
                  <a:lnTo>
                    <a:pt x="19074" y="1152"/>
                  </a:lnTo>
                  <a:lnTo>
                    <a:pt x="17807" y="866"/>
                  </a:lnTo>
                  <a:cubicBezTo>
                    <a:pt x="17807" y="866"/>
                    <a:pt x="15506" y="411"/>
                    <a:pt x="15211" y="331"/>
                  </a:cubicBezTo>
                  <a:lnTo>
                    <a:pt x="15211" y="331"/>
                  </a:lnTo>
                  <a:cubicBezTo>
                    <a:pt x="14926" y="251"/>
                    <a:pt x="14283" y="45"/>
                    <a:pt x="13909" y="126"/>
                  </a:cubicBezTo>
                  <a:lnTo>
                    <a:pt x="13909" y="126"/>
                  </a:lnTo>
                  <a:cubicBezTo>
                    <a:pt x="13543" y="215"/>
                    <a:pt x="11108" y="224"/>
                    <a:pt x="11108" y="224"/>
                  </a:cubicBezTo>
                  <a:lnTo>
                    <a:pt x="11108" y="224"/>
                  </a:lnTo>
                  <a:cubicBezTo>
                    <a:pt x="10483" y="10"/>
                    <a:pt x="9921" y="1"/>
                    <a:pt x="9850" y="1"/>
                  </a:cubicBezTo>
                  <a:lnTo>
                    <a:pt x="9850" y="1"/>
                  </a:lnTo>
                  <a:cubicBezTo>
                    <a:pt x="9841" y="1"/>
                    <a:pt x="9841" y="1"/>
                    <a:pt x="9841" y="1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78;p38">
              <a:extLst>
                <a:ext uri="{FF2B5EF4-FFF2-40B4-BE49-F238E27FC236}">
                  <a16:creationId xmlns:a16="http://schemas.microsoft.com/office/drawing/2014/main" id="{54AC42F5-68B9-543D-5700-89C1906F21B2}"/>
                </a:ext>
              </a:extLst>
            </p:cNvPr>
            <p:cNvSpPr/>
            <p:nvPr/>
          </p:nvSpPr>
          <p:spPr>
            <a:xfrm rot="1251520">
              <a:off x="1143301" y="1658184"/>
              <a:ext cx="904497" cy="90457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6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9;p38">
              <a:extLst>
                <a:ext uri="{FF2B5EF4-FFF2-40B4-BE49-F238E27FC236}">
                  <a16:creationId xmlns:a16="http://schemas.microsoft.com/office/drawing/2014/main" id="{64B2F7FD-C500-9AAB-431E-5BB909332890}"/>
                </a:ext>
              </a:extLst>
            </p:cNvPr>
            <p:cNvSpPr/>
            <p:nvPr/>
          </p:nvSpPr>
          <p:spPr>
            <a:xfrm>
              <a:off x="1575440" y="69741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80;p38">
              <a:extLst>
                <a:ext uri="{FF2B5EF4-FFF2-40B4-BE49-F238E27FC236}">
                  <a16:creationId xmlns:a16="http://schemas.microsoft.com/office/drawing/2014/main" id="{562B11EB-5637-2678-1624-D715AFD249B0}"/>
                </a:ext>
              </a:extLst>
            </p:cNvPr>
            <p:cNvSpPr/>
            <p:nvPr/>
          </p:nvSpPr>
          <p:spPr>
            <a:xfrm>
              <a:off x="503540" y="69741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81;p38">
              <a:extLst>
                <a:ext uri="{FF2B5EF4-FFF2-40B4-BE49-F238E27FC236}">
                  <a16:creationId xmlns:a16="http://schemas.microsoft.com/office/drawing/2014/main" id="{416D2B7C-0E11-C442-F1DD-FE8DBBA297B3}"/>
                </a:ext>
              </a:extLst>
            </p:cNvPr>
            <p:cNvSpPr/>
            <p:nvPr/>
          </p:nvSpPr>
          <p:spPr>
            <a:xfrm>
              <a:off x="836573" y="269992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82;p38">
              <a:extLst>
                <a:ext uri="{FF2B5EF4-FFF2-40B4-BE49-F238E27FC236}">
                  <a16:creationId xmlns:a16="http://schemas.microsoft.com/office/drawing/2014/main" id="{1DB21339-3492-D1C2-8C90-DFFE6CAE36F6}"/>
                </a:ext>
              </a:extLst>
            </p:cNvPr>
            <p:cNvSpPr/>
            <p:nvPr/>
          </p:nvSpPr>
          <p:spPr>
            <a:xfrm>
              <a:off x="1519165" y="25333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83;p38">
              <a:extLst>
                <a:ext uri="{FF2B5EF4-FFF2-40B4-BE49-F238E27FC236}">
                  <a16:creationId xmlns:a16="http://schemas.microsoft.com/office/drawing/2014/main" id="{F3A7F8CE-9774-618D-D7A5-E37375CE1F6B}"/>
                </a:ext>
              </a:extLst>
            </p:cNvPr>
            <p:cNvSpPr/>
            <p:nvPr/>
          </p:nvSpPr>
          <p:spPr>
            <a:xfrm>
              <a:off x="2360573" y="14287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 txBox="1">
            <a:spLocks noGrp="1"/>
          </p:cNvSpPr>
          <p:nvPr>
            <p:ph type="title"/>
          </p:nvPr>
        </p:nvSpPr>
        <p:spPr>
          <a:xfrm>
            <a:off x="720000" y="20560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Пайка</a:t>
            </a:r>
            <a:endParaRPr sz="3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DF0A7C-7F6D-9F60-073D-35525D35D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60" y="945098"/>
            <a:ext cx="2994599" cy="3992798"/>
          </a:xfrm>
          <a:prstGeom prst="round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67BA6A-D8CD-3219-08AB-02FA1CFA7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343" y="945098"/>
            <a:ext cx="2994599" cy="3992798"/>
          </a:xfrm>
          <a:prstGeom prst="round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34A311-7186-2CA6-589E-455C8C12F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422515" y="-1202941"/>
            <a:ext cx="2210985" cy="4913300"/>
          </a:xfrm>
          <a:prstGeom prst="round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CC6A33-B5C0-73BC-87FA-F94E52D0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46" y="2571750"/>
            <a:ext cx="4308505" cy="2423534"/>
          </a:xfrm>
          <a:prstGeom prst="round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99883B-9BEA-705B-5AAA-7F533DD5610A}"/>
              </a:ext>
            </a:extLst>
          </p:cNvPr>
          <p:cNvSpPr txBox="1"/>
          <p:nvPr/>
        </p:nvSpPr>
        <p:spPr>
          <a:xfrm>
            <a:off x="1235415" y="1053654"/>
            <a:ext cx="2512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</a:rPr>
              <a:t>Готовая схема     -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8A332-3DE0-9B5D-792C-E08E14086CCD}"/>
              </a:ext>
            </a:extLst>
          </p:cNvPr>
          <p:cNvSpPr txBox="1"/>
          <p:nvPr/>
        </p:nvSpPr>
        <p:spPr>
          <a:xfrm>
            <a:off x="4918841" y="3429574"/>
            <a:ext cx="36471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</a:rPr>
              <a:t>-     показания осциллографа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852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457;p34">
            <a:extLst>
              <a:ext uri="{FF2B5EF4-FFF2-40B4-BE49-F238E27FC236}">
                <a16:creationId xmlns:a16="http://schemas.microsoft.com/office/drawing/2014/main" id="{031FF8F9-835C-0B00-24E7-A0252DFC65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0560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Моделирование корпуса</a:t>
            </a:r>
            <a:endParaRPr sz="3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A66DFB-3E1E-5A48-2BEF-64420509B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062" y="878989"/>
            <a:ext cx="5411875" cy="4058907"/>
          </a:xfrm>
          <a:prstGeom prst="round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8FC6035-A2F9-8BBC-DD24-4064BC87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32" y="788670"/>
            <a:ext cx="2674620" cy="3566160"/>
          </a:xfrm>
          <a:prstGeom prst="round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FAE72F-DF56-08CA-3353-94B8FD7B9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690" y="788670"/>
            <a:ext cx="2674620" cy="3566160"/>
          </a:xfrm>
          <a:prstGeom prst="round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DF6873-143A-7F99-4575-D39F45D4D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648" y="788670"/>
            <a:ext cx="2674620" cy="356616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48152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>
            <a:spLocks noGrp="1"/>
          </p:cNvSpPr>
          <p:nvPr>
            <p:ph type="title"/>
          </p:nvPr>
        </p:nvSpPr>
        <p:spPr>
          <a:xfrm>
            <a:off x="720000" y="82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Итоговая сборка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E88FB5-6496-0DBE-28F1-D225A6F0B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656" y="740856"/>
            <a:ext cx="2433625" cy="4320444"/>
          </a:xfrm>
          <a:prstGeom prst="round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FD9DBB-E7B8-1D02-3021-E67C8AEF9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721" y="740856"/>
            <a:ext cx="2433625" cy="4320444"/>
          </a:xfrm>
          <a:prstGeom prst="round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50"/>
          <p:cNvSpPr txBox="1">
            <a:spLocks noGrp="1"/>
          </p:cNvSpPr>
          <p:nvPr>
            <p:ph type="title"/>
          </p:nvPr>
        </p:nvSpPr>
        <p:spPr>
          <a:xfrm>
            <a:off x="862173" y="171414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/>
              <a:t>Спасибо за внимание!</a:t>
            </a:r>
            <a:endParaRPr sz="4500" dirty="0"/>
          </a:p>
        </p:txBody>
      </p:sp>
      <p:sp>
        <p:nvSpPr>
          <p:cNvPr id="1227" name="Google Shape;1227;p50"/>
          <p:cNvSpPr txBox="1">
            <a:spLocks noGrp="1"/>
          </p:cNvSpPr>
          <p:nvPr>
            <p:ph type="body" idx="1"/>
          </p:nvPr>
        </p:nvSpPr>
        <p:spPr>
          <a:xfrm>
            <a:off x="3251002" y="3120782"/>
            <a:ext cx="5315171" cy="1540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Команда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«Сквозь Вольты и Омы»</a:t>
            </a:r>
            <a:endParaRPr sz="3200" dirty="0"/>
          </a:p>
        </p:txBody>
      </p:sp>
      <p:grpSp>
        <p:nvGrpSpPr>
          <p:cNvPr id="1321" name="Google Shape;1321;p50"/>
          <p:cNvGrpSpPr/>
          <p:nvPr/>
        </p:nvGrpSpPr>
        <p:grpSpPr>
          <a:xfrm>
            <a:off x="744719" y="2886152"/>
            <a:ext cx="1838226" cy="2257348"/>
            <a:chOff x="1343528" y="2359747"/>
            <a:chExt cx="1614121" cy="2207639"/>
          </a:xfrm>
        </p:grpSpPr>
        <p:sp>
          <p:nvSpPr>
            <p:cNvPr id="1322" name="Google Shape;1322;p50"/>
            <p:cNvSpPr/>
            <p:nvPr/>
          </p:nvSpPr>
          <p:spPr>
            <a:xfrm>
              <a:off x="1549658" y="2359747"/>
              <a:ext cx="1407991" cy="1408176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B47F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0"/>
            <p:cNvSpPr/>
            <p:nvPr/>
          </p:nvSpPr>
          <p:spPr>
            <a:xfrm>
              <a:off x="1944562" y="2761605"/>
              <a:ext cx="618185" cy="618253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6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4" name="Google Shape;1324;p50"/>
            <p:cNvGrpSpPr/>
            <p:nvPr/>
          </p:nvGrpSpPr>
          <p:grpSpPr>
            <a:xfrm>
              <a:off x="1343528" y="3027556"/>
              <a:ext cx="1198797" cy="1539829"/>
              <a:chOff x="1343528" y="3027556"/>
              <a:chExt cx="1198797" cy="1539829"/>
            </a:xfrm>
          </p:grpSpPr>
          <p:sp>
            <p:nvSpPr>
              <p:cNvPr id="1325" name="Google Shape;1325;p50"/>
              <p:cNvSpPr/>
              <p:nvPr/>
            </p:nvSpPr>
            <p:spPr>
              <a:xfrm>
                <a:off x="1343528" y="3027556"/>
                <a:ext cx="1198797" cy="1539829"/>
              </a:xfrm>
              <a:custGeom>
                <a:avLst/>
                <a:gdLst/>
                <a:ahLst/>
                <a:cxnLst/>
                <a:rect l="l" t="t" r="r" b="b"/>
                <a:pathLst>
                  <a:path w="22420" h="28798" extrusionOk="0">
                    <a:moveTo>
                      <a:pt x="16821" y="1"/>
                    </a:moveTo>
                    <a:cubicBezTo>
                      <a:pt x="16741" y="1"/>
                      <a:pt x="16692" y="9"/>
                      <a:pt x="16692" y="9"/>
                    </a:cubicBezTo>
                    <a:cubicBezTo>
                      <a:pt x="16692" y="9"/>
                      <a:pt x="16685" y="8"/>
                      <a:pt x="16671" y="8"/>
                    </a:cubicBezTo>
                    <a:cubicBezTo>
                      <a:pt x="16502" y="8"/>
                      <a:pt x="15306" y="207"/>
                      <a:pt x="14363" y="5674"/>
                    </a:cubicBezTo>
                    <a:cubicBezTo>
                      <a:pt x="14363" y="5674"/>
                      <a:pt x="13891" y="6682"/>
                      <a:pt x="13534" y="7869"/>
                    </a:cubicBezTo>
                    <a:lnTo>
                      <a:pt x="12401" y="11000"/>
                    </a:lnTo>
                    <a:cubicBezTo>
                      <a:pt x="12401" y="11000"/>
                      <a:pt x="11877" y="9912"/>
                      <a:pt x="10868" y="9912"/>
                    </a:cubicBezTo>
                    <a:cubicBezTo>
                      <a:pt x="10398" y="9912"/>
                      <a:pt x="9822" y="10148"/>
                      <a:pt x="9145" y="10839"/>
                    </a:cubicBezTo>
                    <a:lnTo>
                      <a:pt x="7334" y="12802"/>
                    </a:lnTo>
                    <a:lnTo>
                      <a:pt x="5121" y="13052"/>
                    </a:lnTo>
                    <a:cubicBezTo>
                      <a:pt x="5121" y="13052"/>
                      <a:pt x="4060" y="13168"/>
                      <a:pt x="3854" y="14158"/>
                    </a:cubicBezTo>
                    <a:lnTo>
                      <a:pt x="2909" y="14399"/>
                    </a:lnTo>
                    <a:cubicBezTo>
                      <a:pt x="2909" y="14399"/>
                      <a:pt x="1187" y="14854"/>
                      <a:pt x="1348" y="17352"/>
                    </a:cubicBezTo>
                    <a:cubicBezTo>
                      <a:pt x="1348" y="17352"/>
                      <a:pt x="777" y="28592"/>
                      <a:pt x="0" y="28797"/>
                    </a:cubicBezTo>
                    <a:lnTo>
                      <a:pt x="13195" y="28797"/>
                    </a:lnTo>
                    <a:cubicBezTo>
                      <a:pt x="16986" y="25880"/>
                      <a:pt x="17976" y="23668"/>
                      <a:pt x="17976" y="23668"/>
                    </a:cubicBezTo>
                    <a:cubicBezTo>
                      <a:pt x="18369" y="22321"/>
                      <a:pt x="19065" y="20768"/>
                      <a:pt x="19065" y="20768"/>
                    </a:cubicBezTo>
                    <a:cubicBezTo>
                      <a:pt x="20153" y="18922"/>
                      <a:pt x="20385" y="17441"/>
                      <a:pt x="20385" y="17441"/>
                    </a:cubicBezTo>
                    <a:cubicBezTo>
                      <a:pt x="20385" y="16718"/>
                      <a:pt x="20778" y="15960"/>
                      <a:pt x="20778" y="15960"/>
                    </a:cubicBezTo>
                    <a:cubicBezTo>
                      <a:pt x="22419" y="13632"/>
                      <a:pt x="21473" y="13061"/>
                      <a:pt x="21473" y="13061"/>
                    </a:cubicBezTo>
                    <a:cubicBezTo>
                      <a:pt x="21145" y="12848"/>
                      <a:pt x="20828" y="12755"/>
                      <a:pt x="20523" y="12755"/>
                    </a:cubicBezTo>
                    <a:cubicBezTo>
                      <a:pt x="18470" y="12755"/>
                      <a:pt x="17022" y="16977"/>
                      <a:pt x="17022" y="16977"/>
                    </a:cubicBezTo>
                    <a:cubicBezTo>
                      <a:pt x="16727" y="17905"/>
                      <a:pt x="15407" y="19448"/>
                      <a:pt x="15407" y="19448"/>
                    </a:cubicBezTo>
                    <a:cubicBezTo>
                      <a:pt x="15273" y="18431"/>
                      <a:pt x="15247" y="15755"/>
                      <a:pt x="15247" y="15755"/>
                    </a:cubicBezTo>
                    <a:cubicBezTo>
                      <a:pt x="15541" y="14970"/>
                      <a:pt x="15541" y="13284"/>
                      <a:pt x="15541" y="13284"/>
                    </a:cubicBezTo>
                    <a:cubicBezTo>
                      <a:pt x="15702" y="12035"/>
                      <a:pt x="16692" y="8243"/>
                      <a:pt x="16692" y="8243"/>
                    </a:cubicBezTo>
                    <a:lnTo>
                      <a:pt x="17780" y="4256"/>
                    </a:lnTo>
                    <a:cubicBezTo>
                      <a:pt x="18792" y="292"/>
                      <a:pt x="17287" y="1"/>
                      <a:pt x="1682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2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50"/>
              <p:cNvSpPr/>
              <p:nvPr/>
            </p:nvSpPr>
            <p:spPr>
              <a:xfrm>
                <a:off x="1940734" y="3597119"/>
                <a:ext cx="65875" cy="88279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651" extrusionOk="0">
                    <a:moveTo>
                      <a:pt x="1" y="1650"/>
                    </a:moveTo>
                    <a:cubicBezTo>
                      <a:pt x="759" y="1650"/>
                      <a:pt x="1232" y="348"/>
                      <a:pt x="1232" y="348"/>
                    </a:cubicBezTo>
                    <a:cubicBezTo>
                      <a:pt x="1232" y="348"/>
                      <a:pt x="1160" y="196"/>
                      <a:pt x="1009" y="0"/>
                    </a:cubicBezTo>
                    <a:cubicBezTo>
                      <a:pt x="634" y="1124"/>
                      <a:pt x="1" y="1650"/>
                      <a:pt x="1" y="16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8134EC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50"/>
              <p:cNvSpPr/>
              <p:nvPr/>
            </p:nvSpPr>
            <p:spPr>
              <a:xfrm>
                <a:off x="1663118" y="3712079"/>
                <a:ext cx="72559" cy="102609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919" extrusionOk="0">
                    <a:moveTo>
                      <a:pt x="491" y="1918"/>
                    </a:moveTo>
                    <a:cubicBezTo>
                      <a:pt x="411" y="865"/>
                      <a:pt x="1357" y="0"/>
                      <a:pt x="1357" y="0"/>
                    </a:cubicBezTo>
                    <a:lnTo>
                      <a:pt x="741" y="71"/>
                    </a:lnTo>
                    <a:cubicBezTo>
                      <a:pt x="1" y="1213"/>
                      <a:pt x="491" y="1918"/>
                      <a:pt x="491" y="191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8134EC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50"/>
              <p:cNvSpPr/>
              <p:nvPr/>
            </p:nvSpPr>
            <p:spPr>
              <a:xfrm>
                <a:off x="1516663" y="3784585"/>
                <a:ext cx="32991" cy="87317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633" extrusionOk="0">
                    <a:moveTo>
                      <a:pt x="188" y="107"/>
                    </a:moveTo>
                    <a:cubicBezTo>
                      <a:pt x="1" y="723"/>
                      <a:pt x="581" y="1633"/>
                      <a:pt x="581" y="1633"/>
                    </a:cubicBezTo>
                    <a:cubicBezTo>
                      <a:pt x="447" y="1195"/>
                      <a:pt x="616" y="0"/>
                      <a:pt x="6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8134EC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50"/>
              <p:cNvSpPr/>
              <p:nvPr/>
            </p:nvSpPr>
            <p:spPr>
              <a:xfrm>
                <a:off x="1867266" y="4350778"/>
                <a:ext cx="263874" cy="216607"/>
              </a:xfrm>
              <a:custGeom>
                <a:avLst/>
                <a:gdLst/>
                <a:ahLst/>
                <a:cxnLst/>
                <a:rect l="l" t="t" r="r" b="b"/>
                <a:pathLst>
                  <a:path w="4935" h="4051" extrusionOk="0">
                    <a:moveTo>
                      <a:pt x="1" y="4050"/>
                    </a:moveTo>
                    <a:lnTo>
                      <a:pt x="777" y="4050"/>
                    </a:lnTo>
                    <a:cubicBezTo>
                      <a:pt x="1410" y="3149"/>
                      <a:pt x="2650" y="1704"/>
                      <a:pt x="4934" y="0"/>
                    </a:cubicBezTo>
                    <a:cubicBezTo>
                      <a:pt x="4934" y="0"/>
                      <a:pt x="1910" y="1303"/>
                      <a:pt x="1" y="40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8134EC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50"/>
              <p:cNvSpPr/>
              <p:nvPr/>
            </p:nvSpPr>
            <p:spPr>
              <a:xfrm>
                <a:off x="1747066" y="3876125"/>
                <a:ext cx="247138" cy="536678"/>
              </a:xfrm>
              <a:custGeom>
                <a:avLst/>
                <a:gdLst/>
                <a:ahLst/>
                <a:cxnLst/>
                <a:rect l="l" t="t" r="r" b="b"/>
                <a:pathLst>
                  <a:path w="4622" h="10037" extrusionOk="0">
                    <a:moveTo>
                      <a:pt x="4622" y="1"/>
                    </a:moveTo>
                    <a:cubicBezTo>
                      <a:pt x="4622" y="1"/>
                      <a:pt x="2186" y="5942"/>
                      <a:pt x="1" y="10037"/>
                    </a:cubicBezTo>
                    <a:cubicBezTo>
                      <a:pt x="1" y="10037"/>
                      <a:pt x="2597" y="7307"/>
                      <a:pt x="46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8134EC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50"/>
              <p:cNvSpPr/>
              <p:nvPr/>
            </p:nvSpPr>
            <p:spPr>
              <a:xfrm>
                <a:off x="1629753" y="3857999"/>
                <a:ext cx="108330" cy="457543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8557" extrusionOk="0">
                    <a:moveTo>
                      <a:pt x="1981" y="1"/>
                    </a:moveTo>
                    <a:cubicBezTo>
                      <a:pt x="1981" y="1"/>
                      <a:pt x="1160" y="5621"/>
                      <a:pt x="0" y="8556"/>
                    </a:cubicBezTo>
                    <a:cubicBezTo>
                      <a:pt x="0" y="8556"/>
                      <a:pt x="2025" y="5621"/>
                      <a:pt x="19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8134EC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50"/>
              <p:cNvSpPr/>
              <p:nvPr/>
            </p:nvSpPr>
            <p:spPr>
              <a:xfrm>
                <a:off x="2184985" y="3040443"/>
                <a:ext cx="106405" cy="120254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2249" extrusionOk="0">
                    <a:moveTo>
                      <a:pt x="785" y="2248"/>
                    </a:moveTo>
                    <a:cubicBezTo>
                      <a:pt x="1517" y="2231"/>
                      <a:pt x="1847" y="1374"/>
                      <a:pt x="1990" y="723"/>
                    </a:cubicBezTo>
                    <a:cubicBezTo>
                      <a:pt x="1936" y="571"/>
                      <a:pt x="1865" y="446"/>
                      <a:pt x="1793" y="357"/>
                    </a:cubicBezTo>
                    <a:cubicBezTo>
                      <a:pt x="1561" y="54"/>
                      <a:pt x="1249" y="0"/>
                      <a:pt x="1080" y="0"/>
                    </a:cubicBezTo>
                    <a:cubicBezTo>
                      <a:pt x="1026" y="0"/>
                      <a:pt x="999" y="9"/>
                      <a:pt x="999" y="9"/>
                    </a:cubicBezTo>
                    <a:lnTo>
                      <a:pt x="937" y="18"/>
                    </a:lnTo>
                    <a:lnTo>
                      <a:pt x="928" y="9"/>
                    </a:lnTo>
                    <a:cubicBezTo>
                      <a:pt x="866" y="27"/>
                      <a:pt x="589" y="116"/>
                      <a:pt x="214" y="785"/>
                    </a:cubicBezTo>
                    <a:cubicBezTo>
                      <a:pt x="0" y="2248"/>
                      <a:pt x="785" y="2248"/>
                      <a:pt x="785" y="224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50"/>
              <p:cNvSpPr/>
              <p:nvPr/>
            </p:nvSpPr>
            <p:spPr>
              <a:xfrm>
                <a:off x="2386246" y="3705396"/>
                <a:ext cx="120254" cy="162709"/>
              </a:xfrm>
              <a:custGeom>
                <a:avLst/>
                <a:gdLst/>
                <a:ahLst/>
                <a:cxnLst/>
                <a:rect l="l" t="t" r="r" b="b"/>
                <a:pathLst>
                  <a:path w="2249" h="3043" extrusionOk="0">
                    <a:moveTo>
                      <a:pt x="1437" y="3042"/>
                    </a:moveTo>
                    <a:cubicBezTo>
                      <a:pt x="2088" y="2070"/>
                      <a:pt x="2249" y="1427"/>
                      <a:pt x="2240" y="1017"/>
                    </a:cubicBezTo>
                    <a:cubicBezTo>
                      <a:pt x="1830" y="0"/>
                      <a:pt x="581" y="660"/>
                      <a:pt x="581" y="660"/>
                    </a:cubicBezTo>
                    <a:cubicBezTo>
                      <a:pt x="1" y="1945"/>
                      <a:pt x="581" y="2257"/>
                      <a:pt x="581" y="2257"/>
                    </a:cubicBezTo>
                    <a:cubicBezTo>
                      <a:pt x="982" y="2453"/>
                      <a:pt x="1277" y="2810"/>
                      <a:pt x="1437" y="304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924EC9B2-22DC-434E-EE6C-FDAFAD227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9" y="244956"/>
            <a:ext cx="5066871" cy="9667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310</Words>
  <Application>Microsoft Macintosh PowerPoint</Application>
  <PresentationFormat>On-screen Show (16:9)</PresentationFormat>
  <Paragraphs>62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Trispace</vt:lpstr>
      <vt:lpstr>Maven Pro</vt:lpstr>
      <vt:lpstr>Bebas Neue</vt:lpstr>
      <vt:lpstr>Cambria</vt:lpstr>
      <vt:lpstr>Arial</vt:lpstr>
      <vt:lpstr>Roboto Condensed Light</vt:lpstr>
      <vt:lpstr>AI App Pitch Deck by Slidesgo</vt:lpstr>
      <vt:lpstr>Двухкаскадный усилитель звукового сигнала</vt:lpstr>
      <vt:lpstr>«Cквозь Вольты и Омы»</vt:lpstr>
      <vt:lpstr>История патентов и изобретений преподавателей и работников ЛЭТИ</vt:lpstr>
      <vt:lpstr>Приёмник телефонный А.С Попова (1989)</vt:lpstr>
      <vt:lpstr>Ультразвуковой дефектоскоп С.Я. Соколова (1928)</vt:lpstr>
      <vt:lpstr>Посещение Музея-лаборатории А.С. Попова </vt:lpstr>
      <vt:lpstr>PowerPoint Presentation</vt:lpstr>
      <vt:lpstr>PowerPoint Presentation</vt:lpstr>
      <vt:lpstr>Техническое задание</vt:lpstr>
      <vt:lpstr>Двухкаскадные усилители звукового сигнала и их применение</vt:lpstr>
      <vt:lpstr>PowerPoint Presentation</vt:lpstr>
      <vt:lpstr>Наш усилитель - транзисторный</vt:lpstr>
      <vt:lpstr>Выполнение работы</vt:lpstr>
      <vt:lpstr>Пайка</vt:lpstr>
      <vt:lpstr>PowerPoint Presentation</vt:lpstr>
      <vt:lpstr>Моделирование корпуса</vt:lpstr>
      <vt:lpstr>PowerPoint Presentation</vt:lpstr>
      <vt:lpstr>Итоговая сборка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«Cквозь Вольты и Омы»</dc:title>
  <cp:lastModifiedBy>Matvey Komarnitskiy</cp:lastModifiedBy>
  <cp:revision>72</cp:revision>
  <dcterms:modified xsi:type="dcterms:W3CDTF">2025-04-15T21:46:34Z</dcterms:modified>
</cp:coreProperties>
</file>